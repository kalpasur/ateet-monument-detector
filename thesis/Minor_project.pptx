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61" r:id="rId3"/>
    <p:sldId id="317" r:id="rId5"/>
    <p:sldId id="274" r:id="rId6"/>
    <p:sldId id="305" r:id="rId7"/>
    <p:sldId id="294" r:id="rId8"/>
    <p:sldId id="293" r:id="rId9"/>
    <p:sldId id="306" r:id="rId10"/>
    <p:sldId id="291" r:id="rId11"/>
    <p:sldId id="282" r:id="rId12"/>
    <p:sldId id="283" r:id="rId13"/>
    <p:sldId id="284" r:id="rId14"/>
    <p:sldId id="290" r:id="rId15"/>
    <p:sldId id="281" r:id="rId16"/>
    <p:sldId id="280" r:id="rId17"/>
    <p:sldId id="266" r:id="rId18"/>
  </p:sldIdLst>
  <p:sldSz cx="9144000" cy="5143500"/>
  <p:notesSz cx="6858000" cy="9144000"/>
  <p:embeddedFontLst>
    <p:embeddedFont>
      <p:font typeface="Oswald Regular"/>
      <p:regular r:id="rId22"/>
    </p:embeddedFont>
    <p:embeddedFont>
      <p:font typeface="Nunito"/>
      <p:regular r:id="rId23"/>
    </p:embeddedFont>
    <p:embeddedFont>
      <p:font typeface="Oswald"/>
      <p:regular r:id="rId24"/>
    </p:embeddedFont>
    <p:embeddedFont>
      <p:font typeface="Arial Black" panose="020B0A04020102020204" charset="0"/>
      <p:bold r:id="rId25"/>
    </p:embeddedFont>
    <p:embeddedFont>
      <p:font typeface="Microsoft YaHei Light" panose="020B0502040204020203" charset="-122"/>
      <p:regular r:id="rId26"/>
    </p:embeddedFont>
    <p:embeddedFont>
      <p:font typeface="Franklin Gothic Medium" panose="020B0603020102020204" charset="0"/>
      <p:regular r:id="rId27"/>
      <p:italic r:id="rId28"/>
    </p:embeddedFont>
    <p:embeddedFont>
      <p:font typeface="Scope One" panose="02060403030504020204"/>
      <p:regular r:id="rId29"/>
    </p:embeddedFont>
    <p:embeddedFont>
      <p:font typeface="Lato" panose="020F0502020204030203"/>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3248"/>
    <a:srgbClr val="5D5026"/>
    <a:srgbClr val="F354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font" Target="fonts/font12.fntdata"/><Relationship Id="rId32" Type="http://schemas.openxmlformats.org/officeDocument/2006/relationships/font" Target="fonts/font11.fntdata"/><Relationship Id="rId31" Type="http://schemas.openxmlformats.org/officeDocument/2006/relationships/font" Target="fonts/font10.fntdata"/><Relationship Id="rId30" Type="http://schemas.openxmlformats.org/officeDocument/2006/relationships/font" Target="fonts/font9.fntdata"/><Relationship Id="rId3" Type="http://schemas.openxmlformats.org/officeDocument/2006/relationships/slide" Target="slides/slide1.xml"/><Relationship Id="rId29" Type="http://schemas.openxmlformats.org/officeDocument/2006/relationships/font" Target="fonts/font8.fntdata"/><Relationship Id="rId28" Type="http://schemas.openxmlformats.org/officeDocument/2006/relationships/font" Target="fonts/font7.fntdata"/><Relationship Id="rId27" Type="http://schemas.openxmlformats.org/officeDocument/2006/relationships/font" Target="fonts/font6.fntdata"/><Relationship Id="rId26" Type="http://schemas.openxmlformats.org/officeDocument/2006/relationships/font" Target="fonts/font5.fntdata"/><Relationship Id="rId25" Type="http://schemas.openxmlformats.org/officeDocument/2006/relationships/font" Target="fonts/font4.fntdata"/><Relationship Id="rId24" Type="http://schemas.openxmlformats.org/officeDocument/2006/relationships/font" Target="fonts/font3.fntdata"/><Relationship Id="rId23" Type="http://schemas.openxmlformats.org/officeDocument/2006/relationships/font" Target="fonts/font2.fntdata"/><Relationship Id="rId22" Type="http://schemas.openxmlformats.org/officeDocument/2006/relationships/font" Target="fonts/font1.fntdata"/><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4" name="Shape 344"/>
        <p:cNvGrpSpPr/>
        <p:nvPr/>
      </p:nvGrpSpPr>
      <p:grpSpPr>
        <a:xfrm>
          <a:off x="0" y="0"/>
          <a:ext cx="0" cy="0"/>
          <a:chOff x="0" y="0"/>
          <a:chExt cx="0" cy="0"/>
        </a:xfrm>
      </p:grpSpPr>
      <p:sp>
        <p:nvSpPr>
          <p:cNvPr id="345" name="Google Shape;345;ged6e2087a9_0_51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ed6e2087a9_0_51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3" name="Shape 353"/>
        <p:cNvGrpSpPr/>
        <p:nvPr/>
      </p:nvGrpSpPr>
      <p:grpSpPr>
        <a:xfrm>
          <a:off x="0" y="0"/>
          <a:ext cx="0" cy="0"/>
          <a:chOff x="0" y="0"/>
          <a:chExt cx="0" cy="0"/>
        </a:xfrm>
      </p:grpSpPr>
      <p:sp>
        <p:nvSpPr>
          <p:cNvPr id="354" name="Google Shape;354;ged6e2087a9_0_114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ed6e2087a9_0_114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6" name="Shape 366"/>
        <p:cNvGrpSpPr/>
        <p:nvPr/>
      </p:nvGrpSpPr>
      <p:grpSpPr>
        <a:xfrm>
          <a:off x="0" y="0"/>
          <a:ext cx="0" cy="0"/>
          <a:chOff x="0" y="0"/>
          <a:chExt cx="0" cy="0"/>
        </a:xfrm>
      </p:grpSpPr>
      <p:sp>
        <p:nvSpPr>
          <p:cNvPr id="367" name="Google Shape;367;ged6e2087a9_0_117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ed6e2087a9_0_117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3" name="Shape 373"/>
        <p:cNvGrpSpPr/>
        <p:nvPr/>
      </p:nvGrpSpPr>
      <p:grpSpPr>
        <a:xfrm>
          <a:off x="0" y="0"/>
          <a:ext cx="0" cy="0"/>
          <a:chOff x="0" y="0"/>
          <a:chExt cx="0" cy="0"/>
        </a:xfrm>
      </p:grpSpPr>
      <p:sp>
        <p:nvSpPr>
          <p:cNvPr id="374" name="Google Shape;374;ged6e2087a9_0_118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ed6e2087a9_0_118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4" name="Shape 394"/>
        <p:cNvGrpSpPr/>
        <p:nvPr/>
      </p:nvGrpSpPr>
      <p:grpSpPr>
        <a:xfrm>
          <a:off x="0" y="0"/>
          <a:ext cx="0" cy="0"/>
          <a:chOff x="0" y="0"/>
          <a:chExt cx="0" cy="0"/>
        </a:xfrm>
      </p:grpSpPr>
      <p:sp>
        <p:nvSpPr>
          <p:cNvPr id="395" name="Google Shape;395;ged6e2087a9_0_123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ed6e2087a9_0_123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1" Type="http://schemas.openxmlformats.org/officeDocument/2006/relationships/image" Target="../media/image10.png"/><Relationship Id="rId10" Type="http://schemas.openxmlformats.org/officeDocument/2006/relationships/image" Target="../media/image9.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5" Type="http://schemas.openxmlformats.org/officeDocument/2006/relationships/image" Target="../media/image3.png"/><Relationship Id="rId4" Type="http://schemas.openxmlformats.org/officeDocument/2006/relationships/image" Target="../media/image9.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5" Type="http://schemas.openxmlformats.org/officeDocument/2006/relationships/image" Target="../media/image3.png"/><Relationship Id="rId4" Type="http://schemas.openxmlformats.org/officeDocument/2006/relationships/image" Target="../media/image12.png"/><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4" Type="http://schemas.openxmlformats.org/officeDocument/2006/relationships/image" Target="../media/image5.png"/><Relationship Id="rId3" Type="http://schemas.openxmlformats.org/officeDocument/2006/relationships/image" Target="../media/image9.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6" Type="http://schemas.openxmlformats.org/officeDocument/2006/relationships/image" Target="../media/image9.png"/><Relationship Id="rId5" Type="http://schemas.openxmlformats.org/officeDocument/2006/relationships/image" Target="../media/image5.png"/><Relationship Id="rId4" Type="http://schemas.openxmlformats.org/officeDocument/2006/relationships/image" Target="../media/image10.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4" Type="http://schemas.openxmlformats.org/officeDocument/2006/relationships/image" Target="../media/image5.png"/><Relationship Id="rId3" Type="http://schemas.openxmlformats.org/officeDocument/2006/relationships/image" Target="../media/image9.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4" Type="http://schemas.openxmlformats.org/officeDocument/2006/relationships/image" Target="../media/image5.png"/><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 Id="rId3" Type="http://schemas.openxmlformats.org/officeDocument/2006/relationships/hyperlink" Target="http://bit.ly/2Tynxth" TargetMode="External"/><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6" Type="http://schemas.openxmlformats.org/officeDocument/2006/relationships/image" Target="../media/image9.png"/><Relationship Id="rId5" Type="http://schemas.openxmlformats.org/officeDocument/2006/relationships/image" Target="../media/image4.png"/><Relationship Id="rId4" Type="http://schemas.openxmlformats.org/officeDocument/2006/relationships/image" Target="../media/image6.png"/><Relationship Id="rId3" Type="http://schemas.openxmlformats.org/officeDocument/2006/relationships/image" Target="../media/image3.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5" Type="http://schemas.openxmlformats.org/officeDocument/2006/relationships/image" Target="../media/image5.png"/><Relationship Id="rId4" Type="http://schemas.openxmlformats.org/officeDocument/2006/relationships/image" Target="../media/image10.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5" Type="http://schemas.openxmlformats.org/officeDocument/2006/relationships/image" Target="../media/image3.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8" name="Shape 8"/>
        <p:cNvGrpSpPr/>
        <p:nvPr/>
      </p:nvGrpSpPr>
      <p:grpSpPr>
        <a:xfrm>
          <a:off x="0" y="0"/>
          <a:ext cx="0" cy="0"/>
          <a:chOff x="0" y="0"/>
          <a:chExt cx="0" cy="0"/>
        </a:xfrm>
      </p:grpSpPr>
      <p:pic>
        <p:nvPicPr>
          <p:cNvPr id="9" name="Google Shape;9;p2"/>
          <p:cNvPicPr preferRelativeResize="0"/>
          <p:nvPr/>
        </p:nvPicPr>
        <p:blipFill>
          <a:blip r:embed="rId2"/>
          <a:stretch>
            <a:fillRect/>
          </a:stretch>
        </p:blipFill>
        <p:spPr>
          <a:xfrm>
            <a:off x="0" y="3"/>
            <a:ext cx="9144000" cy="5143493"/>
          </a:xfrm>
          <a:prstGeom prst="rect">
            <a:avLst/>
          </a:prstGeom>
          <a:noFill/>
          <a:ln>
            <a:noFill/>
          </a:ln>
        </p:spPr>
      </p:pic>
      <p:pic>
        <p:nvPicPr>
          <p:cNvPr id="10" name="Google Shape;10;p2"/>
          <p:cNvPicPr preferRelativeResize="0"/>
          <p:nvPr/>
        </p:nvPicPr>
        <p:blipFill rotWithShape="1">
          <a:blip r:embed="rId3"/>
          <a:srcRect l="41235" t="39703" r="40128" b="40808"/>
          <a:stretch>
            <a:fillRect/>
          </a:stretch>
        </p:blipFill>
        <p:spPr>
          <a:xfrm rot="-972643">
            <a:off x="460850" y="468087"/>
            <a:ext cx="958478" cy="1002376"/>
          </a:xfrm>
          <a:prstGeom prst="rect">
            <a:avLst/>
          </a:prstGeom>
          <a:noFill/>
          <a:ln>
            <a:noFill/>
          </a:ln>
        </p:spPr>
      </p:pic>
      <p:pic>
        <p:nvPicPr>
          <p:cNvPr id="11" name="Google Shape;11;p2"/>
          <p:cNvPicPr preferRelativeResize="0"/>
          <p:nvPr/>
        </p:nvPicPr>
        <p:blipFill rotWithShape="1">
          <a:blip r:embed="rId4"/>
          <a:srcRect l="29181" t="30586" r="47028" b="29299"/>
          <a:stretch>
            <a:fillRect/>
          </a:stretch>
        </p:blipFill>
        <p:spPr>
          <a:xfrm>
            <a:off x="8037525" y="1756275"/>
            <a:ext cx="1106475" cy="1865799"/>
          </a:xfrm>
          <a:prstGeom prst="rect">
            <a:avLst/>
          </a:prstGeom>
          <a:noFill/>
          <a:ln>
            <a:noFill/>
          </a:ln>
        </p:spPr>
      </p:pic>
      <p:pic>
        <p:nvPicPr>
          <p:cNvPr id="12" name="Google Shape;12;p2"/>
          <p:cNvPicPr preferRelativeResize="0"/>
          <p:nvPr/>
        </p:nvPicPr>
        <p:blipFill rotWithShape="1">
          <a:blip r:embed="rId5"/>
          <a:srcRect l="9413" t="16223" r="9647" b="19927"/>
          <a:stretch>
            <a:fillRect/>
          </a:stretch>
        </p:blipFill>
        <p:spPr>
          <a:xfrm>
            <a:off x="1425649" y="536288"/>
            <a:ext cx="583146" cy="459999"/>
          </a:xfrm>
          <a:prstGeom prst="rect">
            <a:avLst/>
          </a:prstGeom>
          <a:noFill/>
          <a:ln>
            <a:noFill/>
          </a:ln>
        </p:spPr>
      </p:pic>
      <p:pic>
        <p:nvPicPr>
          <p:cNvPr id="13" name="Google Shape;13;p2"/>
          <p:cNvPicPr preferRelativeResize="0"/>
          <p:nvPr/>
        </p:nvPicPr>
        <p:blipFill rotWithShape="1">
          <a:blip r:embed="rId6"/>
          <a:srcRect l="29923" t="28781" r="30253" b="31104"/>
          <a:stretch>
            <a:fillRect/>
          </a:stretch>
        </p:blipFill>
        <p:spPr>
          <a:xfrm>
            <a:off x="1056935" y="2392788"/>
            <a:ext cx="390726" cy="393600"/>
          </a:xfrm>
          <a:prstGeom prst="rect">
            <a:avLst/>
          </a:prstGeom>
          <a:noFill/>
          <a:ln>
            <a:noFill/>
          </a:ln>
        </p:spPr>
      </p:pic>
      <p:pic>
        <p:nvPicPr>
          <p:cNvPr id="14" name="Google Shape;14;p2"/>
          <p:cNvPicPr preferRelativeResize="0"/>
          <p:nvPr/>
        </p:nvPicPr>
        <p:blipFill rotWithShape="1">
          <a:blip r:embed="rId7"/>
          <a:srcRect l="27630" t="22639" r="24836" b="44286"/>
          <a:stretch>
            <a:fillRect/>
          </a:stretch>
        </p:blipFill>
        <p:spPr>
          <a:xfrm>
            <a:off x="6407725" y="4162850"/>
            <a:ext cx="1409376" cy="980649"/>
          </a:xfrm>
          <a:prstGeom prst="rect">
            <a:avLst/>
          </a:prstGeom>
          <a:noFill/>
          <a:ln>
            <a:noFill/>
          </a:ln>
        </p:spPr>
      </p:pic>
      <p:pic>
        <p:nvPicPr>
          <p:cNvPr id="15" name="Google Shape;15;p2"/>
          <p:cNvPicPr preferRelativeResize="0"/>
          <p:nvPr/>
        </p:nvPicPr>
        <p:blipFill rotWithShape="1">
          <a:blip r:embed="rId4"/>
          <a:srcRect l="29180" t="30586" r="28356" b="29299"/>
          <a:stretch>
            <a:fillRect/>
          </a:stretch>
        </p:blipFill>
        <p:spPr>
          <a:xfrm>
            <a:off x="1087924" y="203375"/>
            <a:ext cx="283530" cy="267876"/>
          </a:xfrm>
          <a:prstGeom prst="rect">
            <a:avLst/>
          </a:prstGeom>
          <a:noFill/>
          <a:ln>
            <a:noFill/>
          </a:ln>
        </p:spPr>
      </p:pic>
      <p:pic>
        <p:nvPicPr>
          <p:cNvPr id="16" name="Google Shape;16;p2"/>
          <p:cNvPicPr preferRelativeResize="0"/>
          <p:nvPr/>
        </p:nvPicPr>
        <p:blipFill rotWithShape="1">
          <a:blip r:embed="rId7"/>
          <a:srcRect l="27630" t="22638" r="24836" b="28017"/>
          <a:stretch>
            <a:fillRect/>
          </a:stretch>
        </p:blipFill>
        <p:spPr>
          <a:xfrm>
            <a:off x="339975" y="354225"/>
            <a:ext cx="203976" cy="211725"/>
          </a:xfrm>
          <a:prstGeom prst="rect">
            <a:avLst/>
          </a:prstGeom>
          <a:noFill/>
          <a:ln>
            <a:noFill/>
          </a:ln>
        </p:spPr>
      </p:pic>
      <p:pic>
        <p:nvPicPr>
          <p:cNvPr id="17" name="Google Shape;17;p2"/>
          <p:cNvPicPr preferRelativeResize="0"/>
          <p:nvPr/>
        </p:nvPicPr>
        <p:blipFill rotWithShape="1">
          <a:blip r:embed="rId8"/>
          <a:srcRect t="41584" r="73535" b="39605"/>
          <a:stretch>
            <a:fillRect/>
          </a:stretch>
        </p:blipFill>
        <p:spPr>
          <a:xfrm rot="-298339">
            <a:off x="7479093" y="437238"/>
            <a:ext cx="1759136" cy="703324"/>
          </a:xfrm>
          <a:prstGeom prst="rect">
            <a:avLst/>
          </a:prstGeom>
          <a:noFill/>
          <a:ln>
            <a:noFill/>
          </a:ln>
        </p:spPr>
      </p:pic>
      <p:pic>
        <p:nvPicPr>
          <p:cNvPr id="18" name="Google Shape;18;p2"/>
          <p:cNvPicPr preferRelativeResize="0"/>
          <p:nvPr/>
        </p:nvPicPr>
        <p:blipFill rotWithShape="1">
          <a:blip r:embed="rId9"/>
          <a:srcRect l="59399" t="33611" b="38788"/>
          <a:stretch>
            <a:fillRect/>
          </a:stretch>
        </p:blipFill>
        <p:spPr>
          <a:xfrm flipH="1">
            <a:off x="-5" y="3824300"/>
            <a:ext cx="3450180" cy="1319200"/>
          </a:xfrm>
          <a:prstGeom prst="rect">
            <a:avLst/>
          </a:prstGeom>
          <a:noFill/>
          <a:ln>
            <a:noFill/>
          </a:ln>
        </p:spPr>
      </p:pic>
      <p:pic>
        <p:nvPicPr>
          <p:cNvPr id="19" name="Google Shape;19;p2"/>
          <p:cNvPicPr preferRelativeResize="0"/>
          <p:nvPr/>
        </p:nvPicPr>
        <p:blipFill rotWithShape="1">
          <a:blip r:embed="rId10"/>
          <a:srcRect l="39564" t="39700" r="40237" b="40526"/>
          <a:stretch>
            <a:fillRect/>
          </a:stretch>
        </p:blipFill>
        <p:spPr>
          <a:xfrm rot="1419874">
            <a:off x="8607081" y="4274016"/>
            <a:ext cx="696841" cy="682116"/>
          </a:xfrm>
          <a:prstGeom prst="rect">
            <a:avLst/>
          </a:prstGeom>
          <a:noFill/>
          <a:ln>
            <a:noFill/>
          </a:ln>
        </p:spPr>
      </p:pic>
      <p:pic>
        <p:nvPicPr>
          <p:cNvPr id="20" name="Google Shape;20;p2"/>
          <p:cNvPicPr preferRelativeResize="0"/>
          <p:nvPr/>
        </p:nvPicPr>
        <p:blipFill rotWithShape="1">
          <a:blip r:embed="rId11"/>
          <a:srcRect l="28365" t="37101" r="29536" b="31349"/>
          <a:stretch>
            <a:fillRect/>
          </a:stretch>
        </p:blipFill>
        <p:spPr>
          <a:xfrm rot="-5400000">
            <a:off x="-56664" y="974538"/>
            <a:ext cx="384399" cy="288075"/>
          </a:xfrm>
          <a:prstGeom prst="rect">
            <a:avLst/>
          </a:prstGeom>
          <a:noFill/>
          <a:ln>
            <a:noFill/>
          </a:ln>
        </p:spPr>
      </p:pic>
      <p:pic>
        <p:nvPicPr>
          <p:cNvPr id="21" name="Google Shape;21;p2"/>
          <p:cNvPicPr preferRelativeResize="0"/>
          <p:nvPr/>
        </p:nvPicPr>
        <p:blipFill rotWithShape="1">
          <a:blip r:embed="rId6"/>
          <a:srcRect l="29923" t="53634" r="30253" b="31104"/>
          <a:stretch>
            <a:fillRect/>
          </a:stretch>
        </p:blipFill>
        <p:spPr>
          <a:xfrm>
            <a:off x="5282900" y="0"/>
            <a:ext cx="1200225" cy="459975"/>
          </a:xfrm>
          <a:prstGeom prst="rect">
            <a:avLst/>
          </a:prstGeom>
          <a:noFill/>
          <a:ln>
            <a:noFill/>
          </a:ln>
        </p:spPr>
      </p:pic>
      <p:sp>
        <p:nvSpPr>
          <p:cNvPr id="22" name="Google Shape;22;p2"/>
          <p:cNvSpPr txBox="1"/>
          <p:nvPr>
            <p:ph type="ctrTitle"/>
          </p:nvPr>
        </p:nvSpPr>
        <p:spPr>
          <a:xfrm>
            <a:off x="2385600" y="1367875"/>
            <a:ext cx="4372800" cy="2136600"/>
          </a:xfrm>
          <a:prstGeom prst="rect">
            <a:avLst/>
          </a:prstGeom>
          <a:noFill/>
        </p:spPr>
        <p:txBody>
          <a:bodyPr spcFirstLastPara="1" wrap="square" lIns="91425" tIns="91425" rIns="91425" bIns="91425" anchor="ctr" anchorCtr="0">
            <a:noAutofit/>
          </a:bodyPr>
          <a:lstStyle>
            <a:lvl1pPr lvl="0" rtl="0">
              <a:lnSpc>
                <a:spcPct val="90000"/>
              </a:lnSpc>
              <a:spcBef>
                <a:spcPts val="0"/>
              </a:spcBef>
              <a:spcAft>
                <a:spcPts val="0"/>
              </a:spcAft>
              <a:buSzPts val="7800"/>
              <a:buNone/>
              <a:defRPr sz="7800"/>
            </a:lvl1pPr>
            <a:lvl2pPr lvl="1" algn="ctr" rtl="0">
              <a:lnSpc>
                <a:spcPct val="90000"/>
              </a:lnSpc>
              <a:spcBef>
                <a:spcPts val="0"/>
              </a:spcBef>
              <a:spcAft>
                <a:spcPts val="0"/>
              </a:spcAft>
              <a:buSzPts val="7800"/>
              <a:buNone/>
              <a:defRPr sz="7800"/>
            </a:lvl2pPr>
            <a:lvl3pPr lvl="2" algn="ctr" rtl="0">
              <a:lnSpc>
                <a:spcPct val="90000"/>
              </a:lnSpc>
              <a:spcBef>
                <a:spcPts val="0"/>
              </a:spcBef>
              <a:spcAft>
                <a:spcPts val="0"/>
              </a:spcAft>
              <a:buSzPts val="7800"/>
              <a:buNone/>
              <a:defRPr sz="7800"/>
            </a:lvl3pPr>
            <a:lvl4pPr lvl="3" algn="ctr" rtl="0">
              <a:lnSpc>
                <a:spcPct val="90000"/>
              </a:lnSpc>
              <a:spcBef>
                <a:spcPts val="0"/>
              </a:spcBef>
              <a:spcAft>
                <a:spcPts val="0"/>
              </a:spcAft>
              <a:buSzPts val="7800"/>
              <a:buNone/>
              <a:defRPr sz="7800"/>
            </a:lvl4pPr>
            <a:lvl5pPr lvl="4" algn="ctr" rtl="0">
              <a:lnSpc>
                <a:spcPct val="90000"/>
              </a:lnSpc>
              <a:spcBef>
                <a:spcPts val="0"/>
              </a:spcBef>
              <a:spcAft>
                <a:spcPts val="0"/>
              </a:spcAft>
              <a:buSzPts val="7800"/>
              <a:buNone/>
              <a:defRPr sz="7800"/>
            </a:lvl5pPr>
            <a:lvl6pPr lvl="5" algn="ctr" rtl="0">
              <a:lnSpc>
                <a:spcPct val="90000"/>
              </a:lnSpc>
              <a:spcBef>
                <a:spcPts val="0"/>
              </a:spcBef>
              <a:spcAft>
                <a:spcPts val="0"/>
              </a:spcAft>
              <a:buSzPts val="7800"/>
              <a:buNone/>
              <a:defRPr sz="7800"/>
            </a:lvl6pPr>
            <a:lvl7pPr lvl="6" algn="ctr" rtl="0">
              <a:lnSpc>
                <a:spcPct val="90000"/>
              </a:lnSpc>
              <a:spcBef>
                <a:spcPts val="0"/>
              </a:spcBef>
              <a:spcAft>
                <a:spcPts val="0"/>
              </a:spcAft>
              <a:buSzPts val="7800"/>
              <a:buNone/>
              <a:defRPr sz="7800"/>
            </a:lvl7pPr>
            <a:lvl8pPr lvl="7" algn="ctr" rtl="0">
              <a:lnSpc>
                <a:spcPct val="90000"/>
              </a:lnSpc>
              <a:spcBef>
                <a:spcPts val="0"/>
              </a:spcBef>
              <a:spcAft>
                <a:spcPts val="0"/>
              </a:spcAft>
              <a:buSzPts val="7800"/>
              <a:buNone/>
              <a:defRPr sz="7800"/>
            </a:lvl8pPr>
            <a:lvl9pPr lvl="8" algn="ctr" rtl="0">
              <a:lnSpc>
                <a:spcPct val="90000"/>
              </a:lnSpc>
              <a:spcBef>
                <a:spcPts val="0"/>
              </a:spcBef>
              <a:spcAft>
                <a:spcPts val="0"/>
              </a:spcAft>
              <a:buSzPts val="7800"/>
              <a:buNone/>
              <a:defRPr sz="7800"/>
            </a:lvl9pPr>
          </a:lstStyle>
          <a:p/>
        </p:txBody>
      </p:sp>
      <p:sp>
        <p:nvSpPr>
          <p:cNvPr id="23" name="Google Shape;23;p2"/>
          <p:cNvSpPr txBox="1"/>
          <p:nvPr>
            <p:ph type="subTitle" idx="1"/>
          </p:nvPr>
        </p:nvSpPr>
        <p:spPr>
          <a:xfrm>
            <a:off x="2385600" y="3549575"/>
            <a:ext cx="4372800" cy="4722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4" name="Shape 24"/>
        <p:cNvGrpSpPr/>
        <p:nvPr/>
      </p:nvGrpSpPr>
      <p:grpSpPr>
        <a:xfrm>
          <a:off x="0" y="0"/>
          <a:ext cx="0" cy="0"/>
          <a:chOff x="0" y="0"/>
          <a:chExt cx="0" cy="0"/>
        </a:xfrm>
      </p:grpSpPr>
      <p:pic>
        <p:nvPicPr>
          <p:cNvPr id="25" name="Google Shape;25;p3"/>
          <p:cNvPicPr preferRelativeResize="0"/>
          <p:nvPr/>
        </p:nvPicPr>
        <p:blipFill>
          <a:blip r:embed="rId2"/>
          <a:stretch>
            <a:fillRect/>
          </a:stretch>
        </p:blipFill>
        <p:spPr>
          <a:xfrm>
            <a:off x="0" y="0"/>
            <a:ext cx="9144000" cy="5143507"/>
          </a:xfrm>
          <a:prstGeom prst="rect">
            <a:avLst/>
          </a:prstGeom>
          <a:noFill/>
          <a:ln>
            <a:noFill/>
          </a:ln>
        </p:spPr>
      </p:pic>
      <p:sp>
        <p:nvSpPr>
          <p:cNvPr id="26" name="Google Shape;26;p3"/>
          <p:cNvSpPr txBox="1"/>
          <p:nvPr>
            <p:ph type="title"/>
          </p:nvPr>
        </p:nvSpPr>
        <p:spPr>
          <a:xfrm>
            <a:off x="4211025" y="1639957"/>
            <a:ext cx="3205200" cy="1491900"/>
          </a:xfrm>
          <a:prstGeom prst="rect">
            <a:avLst/>
          </a:prstGeom>
        </p:spPr>
        <p:txBody>
          <a:bodyPr spcFirstLastPara="1" wrap="square" lIns="91425" tIns="91425" rIns="91425" bIns="91425" anchor="ctr" anchorCtr="0">
            <a:noAutofit/>
          </a:bodyPr>
          <a:lstStyle>
            <a:lvl1pPr lvl="0" algn="l" rtl="0">
              <a:lnSpc>
                <a:spcPct val="90000"/>
              </a:lnSpc>
              <a:spcBef>
                <a:spcPts val="0"/>
              </a:spcBef>
              <a:spcAft>
                <a:spcPts val="0"/>
              </a:spcAft>
              <a:buClr>
                <a:srgbClr val="FF87D7"/>
              </a:buClr>
              <a:buSzPts val="5400"/>
              <a:buFont typeface="Oswald Regular"/>
              <a:buNone/>
              <a:defRPr sz="5400">
                <a:solidFill>
                  <a:srgbClr val="FF87D7"/>
                </a:solidFill>
                <a:latin typeface="Oswald Regular"/>
                <a:ea typeface="Oswald Regular"/>
                <a:cs typeface="Oswald Regular"/>
                <a:sym typeface="Oswald Regular"/>
              </a:defRPr>
            </a:lvl1pPr>
            <a:lvl2pPr lvl="1" algn="l" rtl="0">
              <a:spcBef>
                <a:spcPts val="0"/>
              </a:spcBef>
              <a:spcAft>
                <a:spcPts val="0"/>
              </a:spcAft>
              <a:buClr>
                <a:srgbClr val="FF87D7"/>
              </a:buClr>
              <a:buSzPts val="6000"/>
              <a:buFont typeface="Oswald Regular"/>
              <a:buNone/>
              <a:defRPr sz="6000">
                <a:solidFill>
                  <a:srgbClr val="FF87D7"/>
                </a:solidFill>
                <a:latin typeface="Oswald Regular"/>
                <a:ea typeface="Oswald Regular"/>
                <a:cs typeface="Oswald Regular"/>
                <a:sym typeface="Oswald Regular"/>
              </a:defRPr>
            </a:lvl2pPr>
            <a:lvl3pPr lvl="2" algn="l" rtl="0">
              <a:spcBef>
                <a:spcPts val="0"/>
              </a:spcBef>
              <a:spcAft>
                <a:spcPts val="0"/>
              </a:spcAft>
              <a:buClr>
                <a:srgbClr val="FF87D7"/>
              </a:buClr>
              <a:buSzPts val="6000"/>
              <a:buFont typeface="Oswald Regular"/>
              <a:buNone/>
              <a:defRPr sz="6000">
                <a:solidFill>
                  <a:srgbClr val="FF87D7"/>
                </a:solidFill>
                <a:latin typeface="Oswald Regular"/>
                <a:ea typeface="Oswald Regular"/>
                <a:cs typeface="Oswald Regular"/>
                <a:sym typeface="Oswald Regular"/>
              </a:defRPr>
            </a:lvl3pPr>
            <a:lvl4pPr lvl="3" algn="l" rtl="0">
              <a:spcBef>
                <a:spcPts val="0"/>
              </a:spcBef>
              <a:spcAft>
                <a:spcPts val="0"/>
              </a:spcAft>
              <a:buClr>
                <a:srgbClr val="FF87D7"/>
              </a:buClr>
              <a:buSzPts val="6000"/>
              <a:buFont typeface="Oswald Regular"/>
              <a:buNone/>
              <a:defRPr sz="6000">
                <a:solidFill>
                  <a:srgbClr val="FF87D7"/>
                </a:solidFill>
                <a:latin typeface="Oswald Regular"/>
                <a:ea typeface="Oswald Regular"/>
                <a:cs typeface="Oswald Regular"/>
                <a:sym typeface="Oswald Regular"/>
              </a:defRPr>
            </a:lvl4pPr>
            <a:lvl5pPr lvl="4" algn="l" rtl="0">
              <a:spcBef>
                <a:spcPts val="0"/>
              </a:spcBef>
              <a:spcAft>
                <a:spcPts val="0"/>
              </a:spcAft>
              <a:buClr>
                <a:srgbClr val="FF87D7"/>
              </a:buClr>
              <a:buSzPts val="6000"/>
              <a:buFont typeface="Oswald Regular"/>
              <a:buNone/>
              <a:defRPr sz="6000">
                <a:solidFill>
                  <a:srgbClr val="FF87D7"/>
                </a:solidFill>
                <a:latin typeface="Oswald Regular"/>
                <a:ea typeface="Oswald Regular"/>
                <a:cs typeface="Oswald Regular"/>
                <a:sym typeface="Oswald Regular"/>
              </a:defRPr>
            </a:lvl5pPr>
            <a:lvl6pPr lvl="5" algn="l" rtl="0">
              <a:spcBef>
                <a:spcPts val="0"/>
              </a:spcBef>
              <a:spcAft>
                <a:spcPts val="0"/>
              </a:spcAft>
              <a:buClr>
                <a:srgbClr val="FF87D7"/>
              </a:buClr>
              <a:buSzPts val="6000"/>
              <a:buFont typeface="Oswald Regular"/>
              <a:buNone/>
              <a:defRPr sz="6000">
                <a:solidFill>
                  <a:srgbClr val="FF87D7"/>
                </a:solidFill>
                <a:latin typeface="Oswald Regular"/>
                <a:ea typeface="Oswald Regular"/>
                <a:cs typeface="Oswald Regular"/>
                <a:sym typeface="Oswald Regular"/>
              </a:defRPr>
            </a:lvl6pPr>
            <a:lvl7pPr lvl="6" algn="l" rtl="0">
              <a:spcBef>
                <a:spcPts val="0"/>
              </a:spcBef>
              <a:spcAft>
                <a:spcPts val="0"/>
              </a:spcAft>
              <a:buClr>
                <a:srgbClr val="FF87D7"/>
              </a:buClr>
              <a:buSzPts val="6000"/>
              <a:buFont typeface="Oswald Regular"/>
              <a:buNone/>
              <a:defRPr sz="6000">
                <a:solidFill>
                  <a:srgbClr val="FF87D7"/>
                </a:solidFill>
                <a:latin typeface="Oswald Regular"/>
                <a:ea typeface="Oswald Regular"/>
                <a:cs typeface="Oswald Regular"/>
                <a:sym typeface="Oswald Regular"/>
              </a:defRPr>
            </a:lvl7pPr>
            <a:lvl8pPr lvl="7" algn="l" rtl="0">
              <a:spcBef>
                <a:spcPts val="0"/>
              </a:spcBef>
              <a:spcAft>
                <a:spcPts val="0"/>
              </a:spcAft>
              <a:buClr>
                <a:srgbClr val="FF87D7"/>
              </a:buClr>
              <a:buSzPts val="6000"/>
              <a:buFont typeface="Oswald Regular"/>
              <a:buNone/>
              <a:defRPr sz="6000">
                <a:solidFill>
                  <a:srgbClr val="FF87D7"/>
                </a:solidFill>
                <a:latin typeface="Oswald Regular"/>
                <a:ea typeface="Oswald Regular"/>
                <a:cs typeface="Oswald Regular"/>
                <a:sym typeface="Oswald Regular"/>
              </a:defRPr>
            </a:lvl8pPr>
            <a:lvl9pPr lvl="8" algn="l" rtl="0">
              <a:spcBef>
                <a:spcPts val="0"/>
              </a:spcBef>
              <a:spcAft>
                <a:spcPts val="0"/>
              </a:spcAft>
              <a:buClr>
                <a:srgbClr val="FF87D7"/>
              </a:buClr>
              <a:buSzPts val="6000"/>
              <a:buFont typeface="Oswald Regular"/>
              <a:buNone/>
              <a:defRPr sz="6000">
                <a:solidFill>
                  <a:srgbClr val="FF87D7"/>
                </a:solidFill>
                <a:latin typeface="Oswald Regular"/>
                <a:ea typeface="Oswald Regular"/>
                <a:cs typeface="Oswald Regular"/>
                <a:sym typeface="Oswald Regular"/>
              </a:defRPr>
            </a:lvl9pPr>
          </a:lstStyle>
          <a:p/>
        </p:txBody>
      </p:sp>
      <p:sp>
        <p:nvSpPr>
          <p:cNvPr id="27" name="Google Shape;27;p3"/>
          <p:cNvSpPr txBox="1"/>
          <p:nvPr>
            <p:ph type="subTitle" idx="1"/>
          </p:nvPr>
        </p:nvSpPr>
        <p:spPr>
          <a:xfrm>
            <a:off x="4211025" y="3052212"/>
            <a:ext cx="3205200" cy="70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600"/>
              <a:buFont typeface="Nunito SemiBold"/>
              <a:buNone/>
              <a:defRPr sz="1600">
                <a:solidFill>
                  <a:schemeClr val="lt1"/>
                </a:solidFill>
              </a:defRPr>
            </a:lvl1pPr>
            <a:lvl2pPr lvl="1" rtl="0">
              <a:lnSpc>
                <a:spcPct val="100000"/>
              </a:lnSpc>
              <a:spcBef>
                <a:spcPts val="0"/>
              </a:spcBef>
              <a:spcAft>
                <a:spcPts val="0"/>
              </a:spcAft>
              <a:buClr>
                <a:srgbClr val="FF87D7"/>
              </a:buClr>
              <a:buSzPts val="1900"/>
              <a:buFont typeface="Oswald Regular"/>
              <a:buNone/>
              <a:defRPr sz="1900">
                <a:solidFill>
                  <a:srgbClr val="FF87D7"/>
                </a:solidFill>
                <a:latin typeface="Oswald Regular"/>
                <a:ea typeface="Oswald Regular"/>
                <a:cs typeface="Oswald Regular"/>
                <a:sym typeface="Oswald Regular"/>
              </a:defRPr>
            </a:lvl2pPr>
            <a:lvl3pPr lvl="2" rtl="0">
              <a:lnSpc>
                <a:spcPct val="100000"/>
              </a:lnSpc>
              <a:spcBef>
                <a:spcPts val="0"/>
              </a:spcBef>
              <a:spcAft>
                <a:spcPts val="0"/>
              </a:spcAft>
              <a:buClr>
                <a:srgbClr val="FF87D7"/>
              </a:buClr>
              <a:buSzPts val="1900"/>
              <a:buFont typeface="Oswald Regular"/>
              <a:buNone/>
              <a:defRPr sz="1900">
                <a:solidFill>
                  <a:srgbClr val="FF87D7"/>
                </a:solidFill>
                <a:latin typeface="Oswald Regular"/>
                <a:ea typeface="Oswald Regular"/>
                <a:cs typeface="Oswald Regular"/>
                <a:sym typeface="Oswald Regular"/>
              </a:defRPr>
            </a:lvl3pPr>
            <a:lvl4pPr lvl="3" rtl="0">
              <a:lnSpc>
                <a:spcPct val="100000"/>
              </a:lnSpc>
              <a:spcBef>
                <a:spcPts val="0"/>
              </a:spcBef>
              <a:spcAft>
                <a:spcPts val="0"/>
              </a:spcAft>
              <a:buClr>
                <a:srgbClr val="FF87D7"/>
              </a:buClr>
              <a:buSzPts val="1900"/>
              <a:buFont typeface="Oswald Regular"/>
              <a:buNone/>
              <a:defRPr sz="1900">
                <a:solidFill>
                  <a:srgbClr val="FF87D7"/>
                </a:solidFill>
                <a:latin typeface="Oswald Regular"/>
                <a:ea typeface="Oswald Regular"/>
                <a:cs typeface="Oswald Regular"/>
                <a:sym typeface="Oswald Regular"/>
              </a:defRPr>
            </a:lvl4pPr>
            <a:lvl5pPr lvl="4" rtl="0">
              <a:lnSpc>
                <a:spcPct val="100000"/>
              </a:lnSpc>
              <a:spcBef>
                <a:spcPts val="0"/>
              </a:spcBef>
              <a:spcAft>
                <a:spcPts val="0"/>
              </a:spcAft>
              <a:buClr>
                <a:srgbClr val="FF87D7"/>
              </a:buClr>
              <a:buSzPts val="1900"/>
              <a:buFont typeface="Oswald Regular"/>
              <a:buNone/>
              <a:defRPr sz="1900">
                <a:solidFill>
                  <a:srgbClr val="FF87D7"/>
                </a:solidFill>
                <a:latin typeface="Oswald Regular"/>
                <a:ea typeface="Oswald Regular"/>
                <a:cs typeface="Oswald Regular"/>
                <a:sym typeface="Oswald Regular"/>
              </a:defRPr>
            </a:lvl5pPr>
            <a:lvl6pPr lvl="5" rtl="0">
              <a:lnSpc>
                <a:spcPct val="100000"/>
              </a:lnSpc>
              <a:spcBef>
                <a:spcPts val="0"/>
              </a:spcBef>
              <a:spcAft>
                <a:spcPts val="0"/>
              </a:spcAft>
              <a:buClr>
                <a:srgbClr val="FF87D7"/>
              </a:buClr>
              <a:buSzPts val="1900"/>
              <a:buFont typeface="Oswald Regular"/>
              <a:buNone/>
              <a:defRPr sz="1900">
                <a:solidFill>
                  <a:srgbClr val="FF87D7"/>
                </a:solidFill>
                <a:latin typeface="Oswald Regular"/>
                <a:ea typeface="Oswald Regular"/>
                <a:cs typeface="Oswald Regular"/>
                <a:sym typeface="Oswald Regular"/>
              </a:defRPr>
            </a:lvl6pPr>
            <a:lvl7pPr lvl="6" rtl="0">
              <a:lnSpc>
                <a:spcPct val="100000"/>
              </a:lnSpc>
              <a:spcBef>
                <a:spcPts val="0"/>
              </a:spcBef>
              <a:spcAft>
                <a:spcPts val="0"/>
              </a:spcAft>
              <a:buClr>
                <a:srgbClr val="FF87D7"/>
              </a:buClr>
              <a:buSzPts val="1900"/>
              <a:buFont typeface="Oswald Regular"/>
              <a:buNone/>
              <a:defRPr sz="1900">
                <a:solidFill>
                  <a:srgbClr val="FF87D7"/>
                </a:solidFill>
                <a:latin typeface="Oswald Regular"/>
                <a:ea typeface="Oswald Regular"/>
                <a:cs typeface="Oswald Regular"/>
                <a:sym typeface="Oswald Regular"/>
              </a:defRPr>
            </a:lvl7pPr>
            <a:lvl8pPr lvl="7" rtl="0">
              <a:lnSpc>
                <a:spcPct val="100000"/>
              </a:lnSpc>
              <a:spcBef>
                <a:spcPts val="0"/>
              </a:spcBef>
              <a:spcAft>
                <a:spcPts val="0"/>
              </a:spcAft>
              <a:buClr>
                <a:srgbClr val="FF87D7"/>
              </a:buClr>
              <a:buSzPts val="1900"/>
              <a:buFont typeface="Oswald Regular"/>
              <a:buNone/>
              <a:defRPr sz="1900">
                <a:solidFill>
                  <a:srgbClr val="FF87D7"/>
                </a:solidFill>
                <a:latin typeface="Oswald Regular"/>
                <a:ea typeface="Oswald Regular"/>
                <a:cs typeface="Oswald Regular"/>
                <a:sym typeface="Oswald Regular"/>
              </a:defRPr>
            </a:lvl8pPr>
            <a:lvl9pPr lvl="8" rtl="0">
              <a:lnSpc>
                <a:spcPct val="100000"/>
              </a:lnSpc>
              <a:spcBef>
                <a:spcPts val="0"/>
              </a:spcBef>
              <a:spcAft>
                <a:spcPts val="0"/>
              </a:spcAft>
              <a:buClr>
                <a:srgbClr val="FF87D7"/>
              </a:buClr>
              <a:buSzPts val="1900"/>
              <a:buFont typeface="Oswald Regular"/>
              <a:buNone/>
              <a:defRPr sz="1900">
                <a:solidFill>
                  <a:srgbClr val="FF87D7"/>
                </a:solidFill>
                <a:latin typeface="Oswald Regular"/>
                <a:ea typeface="Oswald Regular"/>
                <a:cs typeface="Oswald Regular"/>
                <a:sym typeface="Oswald Regular"/>
              </a:defRPr>
            </a:lvl9pPr>
          </a:lstStyle>
          <a:p/>
        </p:txBody>
      </p:sp>
      <p:sp>
        <p:nvSpPr>
          <p:cNvPr id="28" name="Google Shape;28;p3"/>
          <p:cNvSpPr txBox="1"/>
          <p:nvPr>
            <p:ph type="title" idx="2" hasCustomPrompt="1"/>
          </p:nvPr>
        </p:nvSpPr>
        <p:spPr>
          <a:xfrm>
            <a:off x="1311225" y="1407650"/>
            <a:ext cx="2772300" cy="26529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FFFFFF"/>
              </a:buClr>
              <a:buSzPts val="18000"/>
              <a:buFont typeface="Oswald Regular"/>
              <a:buNone/>
              <a:defRPr sz="18000">
                <a:solidFill>
                  <a:srgbClr val="FFFFFF"/>
                </a:solidFill>
                <a:latin typeface="Oswald Regular"/>
                <a:ea typeface="Oswald Regular"/>
                <a:cs typeface="Oswald Regular"/>
                <a:sym typeface="Oswald Regular"/>
              </a:defRPr>
            </a:lvl1pPr>
            <a:lvl2pPr lvl="1" algn="ctr" rtl="0">
              <a:spcBef>
                <a:spcPts val="0"/>
              </a:spcBef>
              <a:spcAft>
                <a:spcPts val="0"/>
              </a:spcAft>
              <a:buClr>
                <a:srgbClr val="FFFFFF"/>
              </a:buClr>
              <a:buSzPts val="18000"/>
              <a:buFont typeface="Oswald Regular"/>
              <a:buNone/>
              <a:defRPr sz="18000">
                <a:solidFill>
                  <a:srgbClr val="FFFFFF"/>
                </a:solidFill>
                <a:latin typeface="Oswald Regular"/>
                <a:ea typeface="Oswald Regular"/>
                <a:cs typeface="Oswald Regular"/>
                <a:sym typeface="Oswald Regular"/>
              </a:defRPr>
            </a:lvl2pPr>
            <a:lvl3pPr lvl="2" algn="ctr" rtl="0">
              <a:spcBef>
                <a:spcPts val="0"/>
              </a:spcBef>
              <a:spcAft>
                <a:spcPts val="0"/>
              </a:spcAft>
              <a:buClr>
                <a:srgbClr val="FFFFFF"/>
              </a:buClr>
              <a:buSzPts val="18000"/>
              <a:buFont typeface="Oswald Regular"/>
              <a:buNone/>
              <a:defRPr sz="18000">
                <a:solidFill>
                  <a:srgbClr val="FFFFFF"/>
                </a:solidFill>
                <a:latin typeface="Oswald Regular"/>
                <a:ea typeface="Oswald Regular"/>
                <a:cs typeface="Oswald Regular"/>
                <a:sym typeface="Oswald Regular"/>
              </a:defRPr>
            </a:lvl3pPr>
            <a:lvl4pPr lvl="3" algn="ctr" rtl="0">
              <a:spcBef>
                <a:spcPts val="0"/>
              </a:spcBef>
              <a:spcAft>
                <a:spcPts val="0"/>
              </a:spcAft>
              <a:buClr>
                <a:srgbClr val="FFFFFF"/>
              </a:buClr>
              <a:buSzPts val="18000"/>
              <a:buFont typeface="Oswald Regular"/>
              <a:buNone/>
              <a:defRPr sz="18000">
                <a:solidFill>
                  <a:srgbClr val="FFFFFF"/>
                </a:solidFill>
                <a:latin typeface="Oswald Regular"/>
                <a:ea typeface="Oswald Regular"/>
                <a:cs typeface="Oswald Regular"/>
                <a:sym typeface="Oswald Regular"/>
              </a:defRPr>
            </a:lvl4pPr>
            <a:lvl5pPr lvl="4" algn="ctr" rtl="0">
              <a:spcBef>
                <a:spcPts val="0"/>
              </a:spcBef>
              <a:spcAft>
                <a:spcPts val="0"/>
              </a:spcAft>
              <a:buClr>
                <a:srgbClr val="FFFFFF"/>
              </a:buClr>
              <a:buSzPts val="18000"/>
              <a:buFont typeface="Oswald Regular"/>
              <a:buNone/>
              <a:defRPr sz="18000">
                <a:solidFill>
                  <a:srgbClr val="FFFFFF"/>
                </a:solidFill>
                <a:latin typeface="Oswald Regular"/>
                <a:ea typeface="Oswald Regular"/>
                <a:cs typeface="Oswald Regular"/>
                <a:sym typeface="Oswald Regular"/>
              </a:defRPr>
            </a:lvl5pPr>
            <a:lvl6pPr lvl="5" algn="ctr" rtl="0">
              <a:spcBef>
                <a:spcPts val="0"/>
              </a:spcBef>
              <a:spcAft>
                <a:spcPts val="0"/>
              </a:spcAft>
              <a:buClr>
                <a:srgbClr val="FFFFFF"/>
              </a:buClr>
              <a:buSzPts val="18000"/>
              <a:buFont typeface="Oswald Regular"/>
              <a:buNone/>
              <a:defRPr sz="18000">
                <a:solidFill>
                  <a:srgbClr val="FFFFFF"/>
                </a:solidFill>
                <a:latin typeface="Oswald Regular"/>
                <a:ea typeface="Oswald Regular"/>
                <a:cs typeface="Oswald Regular"/>
                <a:sym typeface="Oswald Regular"/>
              </a:defRPr>
            </a:lvl6pPr>
            <a:lvl7pPr lvl="6" algn="ctr" rtl="0">
              <a:spcBef>
                <a:spcPts val="0"/>
              </a:spcBef>
              <a:spcAft>
                <a:spcPts val="0"/>
              </a:spcAft>
              <a:buClr>
                <a:srgbClr val="FFFFFF"/>
              </a:buClr>
              <a:buSzPts val="18000"/>
              <a:buFont typeface="Oswald Regular"/>
              <a:buNone/>
              <a:defRPr sz="18000">
                <a:solidFill>
                  <a:srgbClr val="FFFFFF"/>
                </a:solidFill>
                <a:latin typeface="Oswald Regular"/>
                <a:ea typeface="Oswald Regular"/>
                <a:cs typeface="Oswald Regular"/>
                <a:sym typeface="Oswald Regular"/>
              </a:defRPr>
            </a:lvl7pPr>
            <a:lvl8pPr lvl="7" algn="ctr" rtl="0">
              <a:spcBef>
                <a:spcPts val="0"/>
              </a:spcBef>
              <a:spcAft>
                <a:spcPts val="0"/>
              </a:spcAft>
              <a:buClr>
                <a:srgbClr val="FFFFFF"/>
              </a:buClr>
              <a:buSzPts val="18000"/>
              <a:buFont typeface="Oswald Regular"/>
              <a:buNone/>
              <a:defRPr sz="18000">
                <a:solidFill>
                  <a:srgbClr val="FFFFFF"/>
                </a:solidFill>
                <a:latin typeface="Oswald Regular"/>
                <a:ea typeface="Oswald Regular"/>
                <a:cs typeface="Oswald Regular"/>
                <a:sym typeface="Oswald Regular"/>
              </a:defRPr>
            </a:lvl8pPr>
            <a:lvl9pPr lvl="8" algn="ctr" rtl="0">
              <a:spcBef>
                <a:spcPts val="0"/>
              </a:spcBef>
              <a:spcAft>
                <a:spcPts val="0"/>
              </a:spcAft>
              <a:buClr>
                <a:srgbClr val="FFFFFF"/>
              </a:buClr>
              <a:buSzPts val="18000"/>
              <a:buFont typeface="Oswald Regular"/>
              <a:buNone/>
              <a:defRPr sz="18000">
                <a:solidFill>
                  <a:srgbClr val="FFFFFF"/>
                </a:solidFill>
                <a:latin typeface="Oswald Regular"/>
                <a:ea typeface="Oswald Regular"/>
                <a:cs typeface="Oswald Regular"/>
                <a:sym typeface="Oswald Regular"/>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29" name="Shape 29"/>
        <p:cNvGrpSpPr/>
        <p:nvPr/>
      </p:nvGrpSpPr>
      <p:grpSpPr>
        <a:xfrm>
          <a:off x="0" y="0"/>
          <a:ext cx="0" cy="0"/>
          <a:chOff x="0" y="0"/>
          <a:chExt cx="0" cy="0"/>
        </a:xfrm>
      </p:grpSpPr>
      <p:pic>
        <p:nvPicPr>
          <p:cNvPr id="30" name="Google Shape;30;p4"/>
          <p:cNvPicPr preferRelativeResize="0"/>
          <p:nvPr/>
        </p:nvPicPr>
        <p:blipFill>
          <a:blip r:embed="rId2"/>
          <a:stretch>
            <a:fillRect/>
          </a:stretch>
        </p:blipFill>
        <p:spPr>
          <a:xfrm>
            <a:off x="0" y="0"/>
            <a:ext cx="9144000" cy="5143507"/>
          </a:xfrm>
          <a:prstGeom prst="rect">
            <a:avLst/>
          </a:prstGeom>
          <a:noFill/>
          <a:ln>
            <a:noFill/>
          </a:ln>
        </p:spPr>
      </p:pic>
      <p:sp>
        <p:nvSpPr>
          <p:cNvPr id="31" name="Google Shape;31;p4"/>
          <p:cNvSpPr txBox="1"/>
          <p:nvPr>
            <p:ph type="body" idx="1"/>
          </p:nvPr>
        </p:nvSpPr>
        <p:spPr>
          <a:xfrm>
            <a:off x="720150" y="1284400"/>
            <a:ext cx="7704000" cy="3441000"/>
          </a:xfrm>
          <a:prstGeom prst="rect">
            <a:avLst/>
          </a:prstGeom>
        </p:spPr>
        <p:txBody>
          <a:bodyPr spcFirstLastPara="1" wrap="square" lIns="91425" tIns="91425" rIns="91425" bIns="91425" anchor="t" anchorCtr="0">
            <a:noAutofit/>
          </a:bodyPr>
          <a:lstStyle>
            <a:lvl1pPr marL="457200" lvl="0" indent="-304800">
              <a:lnSpc>
                <a:spcPct val="100000"/>
              </a:lnSpc>
              <a:spcBef>
                <a:spcPts val="0"/>
              </a:spcBef>
              <a:spcAft>
                <a:spcPts val="0"/>
              </a:spcAft>
              <a:buSzPts val="1200"/>
              <a:buChar char="●"/>
              <a:defRPr sz="1200"/>
            </a:lvl1pPr>
            <a:lvl2pPr marL="914400" lvl="1" indent="-304800">
              <a:lnSpc>
                <a:spcPct val="100000"/>
              </a:lnSpc>
              <a:spcBef>
                <a:spcPts val="1600"/>
              </a:spcBef>
              <a:spcAft>
                <a:spcPts val="0"/>
              </a:spcAft>
              <a:buSzPts val="1200"/>
              <a:buChar char="○"/>
              <a:defRPr sz="1200"/>
            </a:lvl2pPr>
            <a:lvl3pPr marL="1371600" lvl="2" indent="-304800">
              <a:lnSpc>
                <a:spcPct val="100000"/>
              </a:lnSpc>
              <a:spcBef>
                <a:spcPts val="1600"/>
              </a:spcBef>
              <a:spcAft>
                <a:spcPts val="0"/>
              </a:spcAft>
              <a:buSzPts val="1200"/>
              <a:buChar char="■"/>
              <a:defRPr sz="1200"/>
            </a:lvl3pPr>
            <a:lvl4pPr marL="1828800" lvl="3" indent="-304800">
              <a:lnSpc>
                <a:spcPct val="100000"/>
              </a:lnSpc>
              <a:spcBef>
                <a:spcPts val="1600"/>
              </a:spcBef>
              <a:spcAft>
                <a:spcPts val="0"/>
              </a:spcAft>
              <a:buSzPts val="1200"/>
              <a:buChar char="●"/>
              <a:defRPr sz="1200"/>
            </a:lvl4pPr>
            <a:lvl5pPr marL="2286000" lvl="4" indent="-304800">
              <a:lnSpc>
                <a:spcPct val="100000"/>
              </a:lnSpc>
              <a:spcBef>
                <a:spcPts val="1600"/>
              </a:spcBef>
              <a:spcAft>
                <a:spcPts val="0"/>
              </a:spcAft>
              <a:buSzPts val="1200"/>
              <a:buChar char="○"/>
              <a:defRPr sz="1200"/>
            </a:lvl5pPr>
            <a:lvl6pPr marL="2743200" lvl="5" indent="-304800">
              <a:lnSpc>
                <a:spcPct val="100000"/>
              </a:lnSpc>
              <a:spcBef>
                <a:spcPts val="1600"/>
              </a:spcBef>
              <a:spcAft>
                <a:spcPts val="0"/>
              </a:spcAft>
              <a:buSzPts val="1200"/>
              <a:buChar char="■"/>
              <a:defRPr sz="1200"/>
            </a:lvl6pPr>
            <a:lvl7pPr marL="3200400" lvl="6" indent="-304800">
              <a:lnSpc>
                <a:spcPct val="100000"/>
              </a:lnSpc>
              <a:spcBef>
                <a:spcPts val="1600"/>
              </a:spcBef>
              <a:spcAft>
                <a:spcPts val="0"/>
              </a:spcAft>
              <a:buSzPts val="1200"/>
              <a:buChar char="●"/>
              <a:defRPr sz="1200"/>
            </a:lvl7pPr>
            <a:lvl8pPr marL="3657600" lvl="7" indent="-304800">
              <a:lnSpc>
                <a:spcPct val="100000"/>
              </a:lnSpc>
              <a:spcBef>
                <a:spcPts val="1600"/>
              </a:spcBef>
              <a:spcAft>
                <a:spcPts val="0"/>
              </a:spcAft>
              <a:buSzPts val="1200"/>
              <a:buChar char="○"/>
              <a:defRPr sz="1200"/>
            </a:lvl8pPr>
            <a:lvl9pPr marL="4114800" lvl="8" indent="-304800">
              <a:lnSpc>
                <a:spcPct val="100000"/>
              </a:lnSpc>
              <a:spcBef>
                <a:spcPts val="1600"/>
              </a:spcBef>
              <a:spcAft>
                <a:spcPts val="1600"/>
              </a:spcAft>
              <a:buSzPts val="1200"/>
              <a:buChar char="■"/>
              <a:defRPr sz="1200"/>
            </a:lvl9pPr>
          </a:lstStyle>
          <a:p/>
        </p:txBody>
      </p:sp>
      <p:sp>
        <p:nvSpPr>
          <p:cNvPr id="32" name="Google Shape;32;p4"/>
          <p:cNvSpPr txBox="1"/>
          <p:nvPr>
            <p:ph type="title"/>
          </p:nvPr>
        </p:nvSpPr>
        <p:spPr>
          <a:xfrm>
            <a:off x="720000" y="445806"/>
            <a:ext cx="77040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2pPr>
            <a:lvl3pPr lvl="2"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3pPr>
            <a:lvl4pPr lvl="3"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4pPr>
            <a:lvl5pPr lvl="4"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5pPr>
            <a:lvl6pPr lvl="5"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6pPr>
            <a:lvl7pPr lvl="6"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7pPr>
            <a:lvl8pPr lvl="7"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8pPr>
            <a:lvl9pPr lvl="8"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33" name="Shape 33"/>
        <p:cNvGrpSpPr/>
        <p:nvPr/>
      </p:nvGrpSpPr>
      <p:grpSpPr>
        <a:xfrm>
          <a:off x="0" y="0"/>
          <a:ext cx="0" cy="0"/>
          <a:chOff x="0" y="0"/>
          <a:chExt cx="0" cy="0"/>
        </a:xfrm>
      </p:grpSpPr>
      <p:pic>
        <p:nvPicPr>
          <p:cNvPr id="34" name="Google Shape;34;p5"/>
          <p:cNvPicPr preferRelativeResize="0"/>
          <p:nvPr/>
        </p:nvPicPr>
        <p:blipFill>
          <a:blip r:embed="rId2"/>
          <a:stretch>
            <a:fillRect/>
          </a:stretch>
        </p:blipFill>
        <p:spPr>
          <a:xfrm>
            <a:off x="0" y="0"/>
            <a:ext cx="9144000" cy="5143507"/>
          </a:xfrm>
          <a:prstGeom prst="rect">
            <a:avLst/>
          </a:prstGeom>
          <a:noFill/>
          <a:ln>
            <a:noFill/>
          </a:ln>
        </p:spPr>
      </p:pic>
      <p:pic>
        <p:nvPicPr>
          <p:cNvPr id="35" name="Google Shape;35;p5"/>
          <p:cNvPicPr preferRelativeResize="0"/>
          <p:nvPr/>
        </p:nvPicPr>
        <p:blipFill rotWithShape="1">
          <a:blip r:embed="rId3"/>
          <a:srcRect l="-23017" t="-6629" r="35764" b="-7084"/>
          <a:stretch>
            <a:fillRect/>
          </a:stretch>
        </p:blipFill>
        <p:spPr>
          <a:xfrm>
            <a:off x="8140600" y="3499600"/>
            <a:ext cx="1003401" cy="1307799"/>
          </a:xfrm>
          <a:prstGeom prst="rect">
            <a:avLst/>
          </a:prstGeom>
          <a:noFill/>
          <a:ln>
            <a:noFill/>
          </a:ln>
        </p:spPr>
      </p:pic>
      <p:pic>
        <p:nvPicPr>
          <p:cNvPr id="36" name="Google Shape;36;p5"/>
          <p:cNvPicPr preferRelativeResize="0"/>
          <p:nvPr/>
        </p:nvPicPr>
        <p:blipFill rotWithShape="1">
          <a:blip r:embed="rId4"/>
          <a:srcRect l="39564" t="45574" r="40236" b="40527"/>
          <a:stretch>
            <a:fillRect/>
          </a:stretch>
        </p:blipFill>
        <p:spPr>
          <a:xfrm>
            <a:off x="237050" y="0"/>
            <a:ext cx="774000" cy="532524"/>
          </a:xfrm>
          <a:prstGeom prst="rect">
            <a:avLst/>
          </a:prstGeom>
          <a:noFill/>
          <a:ln>
            <a:noFill/>
          </a:ln>
        </p:spPr>
      </p:pic>
      <p:pic>
        <p:nvPicPr>
          <p:cNvPr id="37" name="Google Shape;37;p5"/>
          <p:cNvPicPr preferRelativeResize="0"/>
          <p:nvPr/>
        </p:nvPicPr>
        <p:blipFill rotWithShape="1">
          <a:blip r:embed="rId5"/>
          <a:srcRect l="27028" t="30941" r="26176" b="29940"/>
          <a:stretch>
            <a:fillRect/>
          </a:stretch>
        </p:blipFill>
        <p:spPr>
          <a:xfrm>
            <a:off x="1721975" y="4301225"/>
            <a:ext cx="450399" cy="376500"/>
          </a:xfrm>
          <a:prstGeom prst="rect">
            <a:avLst/>
          </a:prstGeom>
          <a:noFill/>
          <a:ln>
            <a:noFill/>
          </a:ln>
        </p:spPr>
      </p:pic>
      <p:sp>
        <p:nvSpPr>
          <p:cNvPr id="38" name="Google Shape;38;p5"/>
          <p:cNvSpPr txBox="1"/>
          <p:nvPr>
            <p:ph type="subTitle" idx="1"/>
          </p:nvPr>
        </p:nvSpPr>
        <p:spPr>
          <a:xfrm>
            <a:off x="1787949" y="2076750"/>
            <a:ext cx="2561700" cy="458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1pPr>
            <a:lvl2pPr lvl="1"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2pPr>
            <a:lvl3pPr lvl="2"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3pPr>
            <a:lvl4pPr lvl="3"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4pPr>
            <a:lvl5pPr lvl="4"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5pPr>
            <a:lvl6pPr lvl="5"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6pPr>
            <a:lvl7pPr lvl="6"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7pPr>
            <a:lvl8pPr lvl="7"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8pPr>
            <a:lvl9pPr lvl="8"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9pPr>
          </a:lstStyle>
          <a:p/>
        </p:txBody>
      </p:sp>
      <p:sp>
        <p:nvSpPr>
          <p:cNvPr id="39" name="Google Shape;39;p5"/>
          <p:cNvSpPr txBox="1"/>
          <p:nvPr>
            <p:ph type="subTitle" idx="2"/>
          </p:nvPr>
        </p:nvSpPr>
        <p:spPr>
          <a:xfrm>
            <a:off x="4794351" y="2076750"/>
            <a:ext cx="2561700" cy="458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1pPr>
            <a:lvl2pPr lvl="1"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2pPr>
            <a:lvl3pPr lvl="2"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3pPr>
            <a:lvl4pPr lvl="3"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4pPr>
            <a:lvl5pPr lvl="4"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5pPr>
            <a:lvl6pPr lvl="5"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6pPr>
            <a:lvl7pPr lvl="6"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7pPr>
            <a:lvl8pPr lvl="7"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8pPr>
            <a:lvl9pPr lvl="8"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9pPr>
          </a:lstStyle>
          <a:p/>
        </p:txBody>
      </p:sp>
      <p:sp>
        <p:nvSpPr>
          <p:cNvPr id="40" name="Google Shape;40;p5"/>
          <p:cNvSpPr txBox="1"/>
          <p:nvPr>
            <p:ph type="title"/>
          </p:nvPr>
        </p:nvSpPr>
        <p:spPr>
          <a:xfrm>
            <a:off x="720000" y="445806"/>
            <a:ext cx="77040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2pPr>
            <a:lvl3pPr lvl="2"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3pPr>
            <a:lvl4pPr lvl="3"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4pPr>
            <a:lvl5pPr lvl="4"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5pPr>
            <a:lvl6pPr lvl="5"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6pPr>
            <a:lvl7pPr lvl="6"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7pPr>
            <a:lvl8pPr lvl="7"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8pPr>
            <a:lvl9pPr lvl="8"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9pPr>
          </a:lstStyle>
          <a:p/>
        </p:txBody>
      </p:sp>
      <p:sp>
        <p:nvSpPr>
          <p:cNvPr id="41" name="Google Shape;41;p5"/>
          <p:cNvSpPr txBox="1"/>
          <p:nvPr>
            <p:ph type="subTitle" idx="3"/>
          </p:nvPr>
        </p:nvSpPr>
        <p:spPr>
          <a:xfrm>
            <a:off x="1787949" y="2494700"/>
            <a:ext cx="2561700" cy="119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600"/>
              <a:buNone/>
              <a:defRPr sz="1600">
                <a:solidFill>
                  <a:srgbClr val="FFFFFF"/>
                </a:solidFill>
              </a:defRPr>
            </a:lvl1pPr>
            <a:lvl2pPr lvl="1" algn="ctr" rtl="0">
              <a:lnSpc>
                <a:spcPct val="100000"/>
              </a:lnSpc>
              <a:spcBef>
                <a:spcPts val="0"/>
              </a:spcBef>
              <a:spcAft>
                <a:spcPts val="0"/>
              </a:spcAft>
              <a:buClr>
                <a:srgbClr val="FFFFFF"/>
              </a:buClr>
              <a:buSzPts val="1600"/>
              <a:buNone/>
              <a:defRPr sz="1600">
                <a:solidFill>
                  <a:srgbClr val="FFFFFF"/>
                </a:solidFill>
              </a:defRPr>
            </a:lvl2pPr>
            <a:lvl3pPr lvl="2" algn="ctr" rtl="0">
              <a:lnSpc>
                <a:spcPct val="100000"/>
              </a:lnSpc>
              <a:spcBef>
                <a:spcPts val="0"/>
              </a:spcBef>
              <a:spcAft>
                <a:spcPts val="0"/>
              </a:spcAft>
              <a:buClr>
                <a:srgbClr val="FFFFFF"/>
              </a:buClr>
              <a:buSzPts val="1600"/>
              <a:buNone/>
              <a:defRPr sz="1600">
                <a:solidFill>
                  <a:srgbClr val="FFFFFF"/>
                </a:solidFill>
              </a:defRPr>
            </a:lvl3pPr>
            <a:lvl4pPr lvl="3" algn="ctr" rtl="0">
              <a:lnSpc>
                <a:spcPct val="100000"/>
              </a:lnSpc>
              <a:spcBef>
                <a:spcPts val="0"/>
              </a:spcBef>
              <a:spcAft>
                <a:spcPts val="0"/>
              </a:spcAft>
              <a:buClr>
                <a:srgbClr val="FFFFFF"/>
              </a:buClr>
              <a:buSzPts val="1600"/>
              <a:buNone/>
              <a:defRPr sz="1600">
                <a:solidFill>
                  <a:srgbClr val="FFFFFF"/>
                </a:solidFill>
              </a:defRPr>
            </a:lvl4pPr>
            <a:lvl5pPr lvl="4" algn="ctr" rtl="0">
              <a:lnSpc>
                <a:spcPct val="100000"/>
              </a:lnSpc>
              <a:spcBef>
                <a:spcPts val="0"/>
              </a:spcBef>
              <a:spcAft>
                <a:spcPts val="0"/>
              </a:spcAft>
              <a:buClr>
                <a:srgbClr val="FFFFFF"/>
              </a:buClr>
              <a:buSzPts val="1600"/>
              <a:buNone/>
              <a:defRPr sz="1600">
                <a:solidFill>
                  <a:srgbClr val="FFFFFF"/>
                </a:solidFill>
              </a:defRPr>
            </a:lvl5pPr>
            <a:lvl6pPr lvl="5" algn="ctr" rtl="0">
              <a:lnSpc>
                <a:spcPct val="100000"/>
              </a:lnSpc>
              <a:spcBef>
                <a:spcPts val="0"/>
              </a:spcBef>
              <a:spcAft>
                <a:spcPts val="0"/>
              </a:spcAft>
              <a:buClr>
                <a:srgbClr val="FFFFFF"/>
              </a:buClr>
              <a:buSzPts val="1600"/>
              <a:buNone/>
              <a:defRPr sz="1600">
                <a:solidFill>
                  <a:srgbClr val="FFFFFF"/>
                </a:solidFill>
              </a:defRPr>
            </a:lvl6pPr>
            <a:lvl7pPr lvl="6" algn="ctr" rtl="0">
              <a:lnSpc>
                <a:spcPct val="100000"/>
              </a:lnSpc>
              <a:spcBef>
                <a:spcPts val="0"/>
              </a:spcBef>
              <a:spcAft>
                <a:spcPts val="0"/>
              </a:spcAft>
              <a:buClr>
                <a:srgbClr val="FFFFFF"/>
              </a:buClr>
              <a:buSzPts val="1600"/>
              <a:buNone/>
              <a:defRPr sz="1600">
                <a:solidFill>
                  <a:srgbClr val="FFFFFF"/>
                </a:solidFill>
              </a:defRPr>
            </a:lvl7pPr>
            <a:lvl8pPr lvl="7" algn="ctr" rtl="0">
              <a:lnSpc>
                <a:spcPct val="100000"/>
              </a:lnSpc>
              <a:spcBef>
                <a:spcPts val="0"/>
              </a:spcBef>
              <a:spcAft>
                <a:spcPts val="0"/>
              </a:spcAft>
              <a:buClr>
                <a:srgbClr val="FFFFFF"/>
              </a:buClr>
              <a:buSzPts val="1600"/>
              <a:buNone/>
              <a:defRPr sz="1600">
                <a:solidFill>
                  <a:srgbClr val="FFFFFF"/>
                </a:solidFill>
              </a:defRPr>
            </a:lvl8pPr>
            <a:lvl9pPr lvl="8" algn="ctr" rtl="0">
              <a:lnSpc>
                <a:spcPct val="100000"/>
              </a:lnSpc>
              <a:spcBef>
                <a:spcPts val="0"/>
              </a:spcBef>
              <a:spcAft>
                <a:spcPts val="0"/>
              </a:spcAft>
              <a:buClr>
                <a:srgbClr val="FFFFFF"/>
              </a:buClr>
              <a:buSzPts val="1600"/>
              <a:buNone/>
              <a:defRPr sz="1600">
                <a:solidFill>
                  <a:srgbClr val="FFFFFF"/>
                </a:solidFill>
              </a:defRPr>
            </a:lvl9pPr>
          </a:lstStyle>
          <a:p/>
        </p:txBody>
      </p:sp>
      <p:sp>
        <p:nvSpPr>
          <p:cNvPr id="42" name="Google Shape;42;p5"/>
          <p:cNvSpPr txBox="1"/>
          <p:nvPr>
            <p:ph type="subTitle" idx="4"/>
          </p:nvPr>
        </p:nvSpPr>
        <p:spPr>
          <a:xfrm>
            <a:off x="4794350" y="2494700"/>
            <a:ext cx="2561700" cy="119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600"/>
              <a:buNone/>
              <a:defRPr sz="1600">
                <a:solidFill>
                  <a:srgbClr val="FFFFFF"/>
                </a:solidFill>
              </a:defRPr>
            </a:lvl1pPr>
            <a:lvl2pPr lvl="1" algn="ctr" rtl="0">
              <a:lnSpc>
                <a:spcPct val="100000"/>
              </a:lnSpc>
              <a:spcBef>
                <a:spcPts val="0"/>
              </a:spcBef>
              <a:spcAft>
                <a:spcPts val="0"/>
              </a:spcAft>
              <a:buClr>
                <a:srgbClr val="FFFFFF"/>
              </a:buClr>
              <a:buSzPts val="1600"/>
              <a:buNone/>
              <a:defRPr sz="1600">
                <a:solidFill>
                  <a:srgbClr val="FFFFFF"/>
                </a:solidFill>
              </a:defRPr>
            </a:lvl2pPr>
            <a:lvl3pPr lvl="2" algn="ctr" rtl="0">
              <a:lnSpc>
                <a:spcPct val="100000"/>
              </a:lnSpc>
              <a:spcBef>
                <a:spcPts val="0"/>
              </a:spcBef>
              <a:spcAft>
                <a:spcPts val="0"/>
              </a:spcAft>
              <a:buClr>
                <a:srgbClr val="FFFFFF"/>
              </a:buClr>
              <a:buSzPts val="1600"/>
              <a:buNone/>
              <a:defRPr sz="1600">
                <a:solidFill>
                  <a:srgbClr val="FFFFFF"/>
                </a:solidFill>
              </a:defRPr>
            </a:lvl3pPr>
            <a:lvl4pPr lvl="3" algn="ctr" rtl="0">
              <a:lnSpc>
                <a:spcPct val="100000"/>
              </a:lnSpc>
              <a:spcBef>
                <a:spcPts val="0"/>
              </a:spcBef>
              <a:spcAft>
                <a:spcPts val="0"/>
              </a:spcAft>
              <a:buClr>
                <a:srgbClr val="FFFFFF"/>
              </a:buClr>
              <a:buSzPts val="1600"/>
              <a:buNone/>
              <a:defRPr sz="1600">
                <a:solidFill>
                  <a:srgbClr val="FFFFFF"/>
                </a:solidFill>
              </a:defRPr>
            </a:lvl4pPr>
            <a:lvl5pPr lvl="4" algn="ctr" rtl="0">
              <a:lnSpc>
                <a:spcPct val="100000"/>
              </a:lnSpc>
              <a:spcBef>
                <a:spcPts val="0"/>
              </a:spcBef>
              <a:spcAft>
                <a:spcPts val="0"/>
              </a:spcAft>
              <a:buClr>
                <a:srgbClr val="FFFFFF"/>
              </a:buClr>
              <a:buSzPts val="1600"/>
              <a:buNone/>
              <a:defRPr sz="1600">
                <a:solidFill>
                  <a:srgbClr val="FFFFFF"/>
                </a:solidFill>
              </a:defRPr>
            </a:lvl5pPr>
            <a:lvl6pPr lvl="5" algn="ctr" rtl="0">
              <a:lnSpc>
                <a:spcPct val="100000"/>
              </a:lnSpc>
              <a:spcBef>
                <a:spcPts val="0"/>
              </a:spcBef>
              <a:spcAft>
                <a:spcPts val="0"/>
              </a:spcAft>
              <a:buClr>
                <a:srgbClr val="FFFFFF"/>
              </a:buClr>
              <a:buSzPts val="1600"/>
              <a:buNone/>
              <a:defRPr sz="1600">
                <a:solidFill>
                  <a:srgbClr val="FFFFFF"/>
                </a:solidFill>
              </a:defRPr>
            </a:lvl6pPr>
            <a:lvl7pPr lvl="6" algn="ctr" rtl="0">
              <a:lnSpc>
                <a:spcPct val="100000"/>
              </a:lnSpc>
              <a:spcBef>
                <a:spcPts val="0"/>
              </a:spcBef>
              <a:spcAft>
                <a:spcPts val="0"/>
              </a:spcAft>
              <a:buClr>
                <a:srgbClr val="FFFFFF"/>
              </a:buClr>
              <a:buSzPts val="1600"/>
              <a:buNone/>
              <a:defRPr sz="1600">
                <a:solidFill>
                  <a:srgbClr val="FFFFFF"/>
                </a:solidFill>
              </a:defRPr>
            </a:lvl7pPr>
            <a:lvl8pPr lvl="7" algn="ctr" rtl="0">
              <a:lnSpc>
                <a:spcPct val="100000"/>
              </a:lnSpc>
              <a:spcBef>
                <a:spcPts val="0"/>
              </a:spcBef>
              <a:spcAft>
                <a:spcPts val="0"/>
              </a:spcAft>
              <a:buClr>
                <a:srgbClr val="FFFFFF"/>
              </a:buClr>
              <a:buSzPts val="1600"/>
              <a:buNone/>
              <a:defRPr sz="1600">
                <a:solidFill>
                  <a:srgbClr val="FFFFFF"/>
                </a:solidFill>
              </a:defRPr>
            </a:lvl8pPr>
            <a:lvl9pPr lvl="8" algn="ctr" rtl="0">
              <a:lnSpc>
                <a:spcPct val="100000"/>
              </a:lnSpc>
              <a:spcBef>
                <a:spcPts val="0"/>
              </a:spcBef>
              <a:spcAft>
                <a:spcPts val="0"/>
              </a:spcAft>
              <a:buClr>
                <a:srgbClr val="FFFFFF"/>
              </a:buClr>
              <a:buSzPts val="1600"/>
              <a:buNone/>
              <a:defRPr sz="1600">
                <a:solidFill>
                  <a:srgbClr val="FFFFFF"/>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3" name="Shape 43"/>
        <p:cNvGrpSpPr/>
        <p:nvPr/>
      </p:nvGrpSpPr>
      <p:grpSpPr>
        <a:xfrm>
          <a:off x="0" y="0"/>
          <a:ext cx="0" cy="0"/>
          <a:chOff x="0" y="0"/>
          <a:chExt cx="0" cy="0"/>
        </a:xfrm>
      </p:grpSpPr>
      <p:pic>
        <p:nvPicPr>
          <p:cNvPr id="44" name="Google Shape;44;p6"/>
          <p:cNvPicPr preferRelativeResize="0"/>
          <p:nvPr/>
        </p:nvPicPr>
        <p:blipFill>
          <a:blip r:embed="rId2"/>
          <a:stretch>
            <a:fillRect/>
          </a:stretch>
        </p:blipFill>
        <p:spPr>
          <a:xfrm>
            <a:off x="0" y="0"/>
            <a:ext cx="9144000" cy="5143507"/>
          </a:xfrm>
          <a:prstGeom prst="rect">
            <a:avLst/>
          </a:prstGeom>
          <a:noFill/>
          <a:ln>
            <a:noFill/>
          </a:ln>
        </p:spPr>
      </p:pic>
      <p:sp>
        <p:nvSpPr>
          <p:cNvPr id="45" name="Google Shape;45;p6"/>
          <p:cNvSpPr txBox="1"/>
          <p:nvPr>
            <p:ph type="title"/>
          </p:nvPr>
        </p:nvSpPr>
        <p:spPr>
          <a:xfrm>
            <a:off x="720000" y="445800"/>
            <a:ext cx="4545600" cy="5760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a:lvl1pPr>
            <a:lvl2pPr lvl="1" algn="l"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2pPr>
            <a:lvl3pPr lvl="2" algn="l"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3pPr>
            <a:lvl4pPr lvl="3" algn="l"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4pPr>
            <a:lvl5pPr lvl="4" algn="l"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5pPr>
            <a:lvl6pPr lvl="5" algn="l"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6pPr>
            <a:lvl7pPr lvl="6" algn="l"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7pPr>
            <a:lvl8pPr lvl="7" algn="l"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8pPr>
            <a:lvl9pPr lvl="8" algn="l"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46" name="Shape 46"/>
        <p:cNvGrpSpPr/>
        <p:nvPr/>
      </p:nvGrpSpPr>
      <p:grpSpPr>
        <a:xfrm>
          <a:off x="0" y="0"/>
          <a:ext cx="0" cy="0"/>
          <a:chOff x="0" y="0"/>
          <a:chExt cx="0" cy="0"/>
        </a:xfrm>
      </p:grpSpPr>
      <p:pic>
        <p:nvPicPr>
          <p:cNvPr id="47" name="Google Shape;47;p7"/>
          <p:cNvPicPr preferRelativeResize="0"/>
          <p:nvPr/>
        </p:nvPicPr>
        <p:blipFill>
          <a:blip r:embed="rId2"/>
          <a:stretch>
            <a:fillRect/>
          </a:stretch>
        </p:blipFill>
        <p:spPr>
          <a:xfrm>
            <a:off x="0" y="0"/>
            <a:ext cx="9144000" cy="5143507"/>
          </a:xfrm>
          <a:prstGeom prst="rect">
            <a:avLst/>
          </a:prstGeom>
          <a:noFill/>
          <a:ln>
            <a:noFill/>
          </a:ln>
        </p:spPr>
      </p:pic>
      <p:sp>
        <p:nvSpPr>
          <p:cNvPr id="48" name="Google Shape;48;p7"/>
          <p:cNvSpPr txBox="1"/>
          <p:nvPr>
            <p:ph type="title"/>
          </p:nvPr>
        </p:nvSpPr>
        <p:spPr>
          <a:xfrm>
            <a:off x="720000" y="1561830"/>
            <a:ext cx="3366300" cy="1281900"/>
          </a:xfrm>
          <a:prstGeom prst="rect">
            <a:avLst/>
          </a:prstGeom>
        </p:spPr>
        <p:txBody>
          <a:bodyPr spcFirstLastPara="1" wrap="square" lIns="91425" tIns="91425" rIns="91425" bIns="91425" anchor="t" anchorCtr="0">
            <a:noAutofit/>
          </a:bodyPr>
          <a:lstStyle>
            <a:lvl1pPr lvl="0" algn="l" rtl="0">
              <a:lnSpc>
                <a:spcPct val="90000"/>
              </a:lnSpc>
              <a:spcBef>
                <a:spcPts val="0"/>
              </a:spcBef>
              <a:spcAft>
                <a:spcPts val="0"/>
              </a:spcAft>
              <a:buClr>
                <a:srgbClr val="FF87D7"/>
              </a:buClr>
              <a:buSzPts val="3000"/>
              <a:buFont typeface="Oswald Regular"/>
              <a:buNone/>
              <a:defRPr>
                <a:solidFill>
                  <a:srgbClr val="FF87D7"/>
                </a:solidFill>
                <a:latin typeface="Oswald Regular"/>
                <a:ea typeface="Oswald Regular"/>
                <a:cs typeface="Oswald Regular"/>
                <a:sym typeface="Oswald Regular"/>
              </a:defRPr>
            </a:lvl1pPr>
            <a:lvl2pPr lvl="1" algn="l" rtl="0">
              <a:lnSpc>
                <a:spcPct val="80000"/>
              </a:lnSpc>
              <a:spcBef>
                <a:spcPts val="0"/>
              </a:spcBef>
              <a:spcAft>
                <a:spcPts val="0"/>
              </a:spcAft>
              <a:buSzPts val="3000"/>
              <a:buNone/>
              <a:defRPr/>
            </a:lvl2pPr>
            <a:lvl3pPr lvl="2" algn="l" rtl="0">
              <a:lnSpc>
                <a:spcPct val="80000"/>
              </a:lnSpc>
              <a:spcBef>
                <a:spcPts val="0"/>
              </a:spcBef>
              <a:spcAft>
                <a:spcPts val="0"/>
              </a:spcAft>
              <a:buSzPts val="3000"/>
              <a:buNone/>
              <a:defRPr/>
            </a:lvl3pPr>
            <a:lvl4pPr lvl="3" algn="l" rtl="0">
              <a:lnSpc>
                <a:spcPct val="80000"/>
              </a:lnSpc>
              <a:spcBef>
                <a:spcPts val="0"/>
              </a:spcBef>
              <a:spcAft>
                <a:spcPts val="0"/>
              </a:spcAft>
              <a:buSzPts val="3000"/>
              <a:buNone/>
              <a:defRPr/>
            </a:lvl4pPr>
            <a:lvl5pPr lvl="4" algn="l" rtl="0">
              <a:lnSpc>
                <a:spcPct val="80000"/>
              </a:lnSpc>
              <a:spcBef>
                <a:spcPts val="0"/>
              </a:spcBef>
              <a:spcAft>
                <a:spcPts val="0"/>
              </a:spcAft>
              <a:buSzPts val="3000"/>
              <a:buNone/>
              <a:defRPr/>
            </a:lvl5pPr>
            <a:lvl6pPr lvl="5" algn="l" rtl="0">
              <a:lnSpc>
                <a:spcPct val="80000"/>
              </a:lnSpc>
              <a:spcBef>
                <a:spcPts val="0"/>
              </a:spcBef>
              <a:spcAft>
                <a:spcPts val="0"/>
              </a:spcAft>
              <a:buSzPts val="3000"/>
              <a:buNone/>
              <a:defRPr/>
            </a:lvl6pPr>
            <a:lvl7pPr lvl="6" algn="l" rtl="0">
              <a:lnSpc>
                <a:spcPct val="80000"/>
              </a:lnSpc>
              <a:spcBef>
                <a:spcPts val="0"/>
              </a:spcBef>
              <a:spcAft>
                <a:spcPts val="0"/>
              </a:spcAft>
              <a:buSzPts val="3000"/>
              <a:buNone/>
              <a:defRPr/>
            </a:lvl7pPr>
            <a:lvl8pPr lvl="7" algn="l" rtl="0">
              <a:lnSpc>
                <a:spcPct val="80000"/>
              </a:lnSpc>
              <a:spcBef>
                <a:spcPts val="0"/>
              </a:spcBef>
              <a:spcAft>
                <a:spcPts val="0"/>
              </a:spcAft>
              <a:buSzPts val="3000"/>
              <a:buNone/>
              <a:defRPr/>
            </a:lvl8pPr>
            <a:lvl9pPr lvl="8" algn="l" rtl="0">
              <a:lnSpc>
                <a:spcPct val="80000"/>
              </a:lnSpc>
              <a:spcBef>
                <a:spcPts val="0"/>
              </a:spcBef>
              <a:spcAft>
                <a:spcPts val="0"/>
              </a:spcAft>
              <a:buSzPts val="3000"/>
              <a:buNone/>
              <a:defRPr/>
            </a:lvl9pPr>
          </a:lstStyle>
          <a:p/>
        </p:txBody>
      </p:sp>
      <p:sp>
        <p:nvSpPr>
          <p:cNvPr id="49" name="Google Shape;49;p7"/>
          <p:cNvSpPr txBox="1"/>
          <p:nvPr>
            <p:ph type="subTitle" idx="1"/>
          </p:nvPr>
        </p:nvSpPr>
        <p:spPr>
          <a:xfrm>
            <a:off x="720000" y="2937570"/>
            <a:ext cx="2549100" cy="70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600"/>
              <a:buNone/>
              <a:defRPr sz="1600">
                <a:solidFill>
                  <a:srgbClr val="FFFFFF"/>
                </a:solidFill>
              </a:defRPr>
            </a:lvl1pPr>
            <a:lvl2pPr lvl="1" rtl="0">
              <a:lnSpc>
                <a:spcPct val="100000"/>
              </a:lnSpc>
              <a:spcBef>
                <a:spcPts val="0"/>
              </a:spcBef>
              <a:spcAft>
                <a:spcPts val="0"/>
              </a:spcAft>
              <a:buClr>
                <a:srgbClr val="FF87D7"/>
              </a:buClr>
              <a:buSzPts val="1900"/>
              <a:buNone/>
              <a:defRPr sz="1900">
                <a:solidFill>
                  <a:srgbClr val="FF87D7"/>
                </a:solidFill>
              </a:defRPr>
            </a:lvl2pPr>
            <a:lvl3pPr lvl="2" rtl="0">
              <a:lnSpc>
                <a:spcPct val="100000"/>
              </a:lnSpc>
              <a:spcBef>
                <a:spcPts val="0"/>
              </a:spcBef>
              <a:spcAft>
                <a:spcPts val="0"/>
              </a:spcAft>
              <a:buClr>
                <a:srgbClr val="FF87D7"/>
              </a:buClr>
              <a:buSzPts val="1900"/>
              <a:buNone/>
              <a:defRPr sz="1900">
                <a:solidFill>
                  <a:srgbClr val="FF87D7"/>
                </a:solidFill>
              </a:defRPr>
            </a:lvl3pPr>
            <a:lvl4pPr lvl="3" rtl="0">
              <a:lnSpc>
                <a:spcPct val="100000"/>
              </a:lnSpc>
              <a:spcBef>
                <a:spcPts val="0"/>
              </a:spcBef>
              <a:spcAft>
                <a:spcPts val="0"/>
              </a:spcAft>
              <a:buClr>
                <a:srgbClr val="FF87D7"/>
              </a:buClr>
              <a:buSzPts val="1900"/>
              <a:buNone/>
              <a:defRPr sz="1900">
                <a:solidFill>
                  <a:srgbClr val="FF87D7"/>
                </a:solidFill>
              </a:defRPr>
            </a:lvl4pPr>
            <a:lvl5pPr lvl="4" rtl="0">
              <a:lnSpc>
                <a:spcPct val="100000"/>
              </a:lnSpc>
              <a:spcBef>
                <a:spcPts val="0"/>
              </a:spcBef>
              <a:spcAft>
                <a:spcPts val="0"/>
              </a:spcAft>
              <a:buClr>
                <a:srgbClr val="FF87D7"/>
              </a:buClr>
              <a:buSzPts val="1900"/>
              <a:buNone/>
              <a:defRPr sz="1900">
                <a:solidFill>
                  <a:srgbClr val="FF87D7"/>
                </a:solidFill>
              </a:defRPr>
            </a:lvl5pPr>
            <a:lvl6pPr lvl="5" rtl="0">
              <a:lnSpc>
                <a:spcPct val="100000"/>
              </a:lnSpc>
              <a:spcBef>
                <a:spcPts val="0"/>
              </a:spcBef>
              <a:spcAft>
                <a:spcPts val="0"/>
              </a:spcAft>
              <a:buClr>
                <a:srgbClr val="FF87D7"/>
              </a:buClr>
              <a:buSzPts val="1900"/>
              <a:buNone/>
              <a:defRPr sz="1900">
                <a:solidFill>
                  <a:srgbClr val="FF87D7"/>
                </a:solidFill>
              </a:defRPr>
            </a:lvl6pPr>
            <a:lvl7pPr lvl="6" rtl="0">
              <a:lnSpc>
                <a:spcPct val="100000"/>
              </a:lnSpc>
              <a:spcBef>
                <a:spcPts val="0"/>
              </a:spcBef>
              <a:spcAft>
                <a:spcPts val="0"/>
              </a:spcAft>
              <a:buClr>
                <a:srgbClr val="FF87D7"/>
              </a:buClr>
              <a:buSzPts val="1900"/>
              <a:buNone/>
              <a:defRPr sz="1900">
                <a:solidFill>
                  <a:srgbClr val="FF87D7"/>
                </a:solidFill>
              </a:defRPr>
            </a:lvl7pPr>
            <a:lvl8pPr lvl="7" rtl="0">
              <a:lnSpc>
                <a:spcPct val="100000"/>
              </a:lnSpc>
              <a:spcBef>
                <a:spcPts val="0"/>
              </a:spcBef>
              <a:spcAft>
                <a:spcPts val="0"/>
              </a:spcAft>
              <a:buClr>
                <a:srgbClr val="FF87D7"/>
              </a:buClr>
              <a:buSzPts val="1900"/>
              <a:buNone/>
              <a:defRPr sz="1900">
                <a:solidFill>
                  <a:srgbClr val="FF87D7"/>
                </a:solidFill>
              </a:defRPr>
            </a:lvl8pPr>
            <a:lvl9pPr lvl="8" rtl="0">
              <a:lnSpc>
                <a:spcPct val="100000"/>
              </a:lnSpc>
              <a:spcBef>
                <a:spcPts val="0"/>
              </a:spcBef>
              <a:spcAft>
                <a:spcPts val="0"/>
              </a:spcAft>
              <a:buClr>
                <a:srgbClr val="FF87D7"/>
              </a:buClr>
              <a:buSzPts val="1900"/>
              <a:buNone/>
              <a:defRPr sz="1900">
                <a:solidFill>
                  <a:srgbClr val="FF87D7"/>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50" name="Shape 50"/>
        <p:cNvGrpSpPr/>
        <p:nvPr/>
      </p:nvGrpSpPr>
      <p:grpSpPr>
        <a:xfrm>
          <a:off x="0" y="0"/>
          <a:ext cx="0" cy="0"/>
          <a:chOff x="0" y="0"/>
          <a:chExt cx="0" cy="0"/>
        </a:xfrm>
      </p:grpSpPr>
      <p:pic>
        <p:nvPicPr>
          <p:cNvPr id="51" name="Google Shape;51;p8"/>
          <p:cNvPicPr preferRelativeResize="0"/>
          <p:nvPr/>
        </p:nvPicPr>
        <p:blipFill>
          <a:blip r:embed="rId2"/>
          <a:stretch>
            <a:fillRect/>
          </a:stretch>
        </p:blipFill>
        <p:spPr>
          <a:xfrm>
            <a:off x="0" y="0"/>
            <a:ext cx="9144000" cy="5143507"/>
          </a:xfrm>
          <a:prstGeom prst="rect">
            <a:avLst/>
          </a:prstGeom>
          <a:noFill/>
          <a:ln>
            <a:noFill/>
          </a:ln>
        </p:spPr>
      </p:pic>
      <p:sp>
        <p:nvSpPr>
          <p:cNvPr id="52" name="Google Shape;52;p8"/>
          <p:cNvSpPr txBox="1"/>
          <p:nvPr>
            <p:ph type="title"/>
          </p:nvPr>
        </p:nvSpPr>
        <p:spPr>
          <a:xfrm>
            <a:off x="5585550" y="1250325"/>
            <a:ext cx="2857200" cy="14493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7800"/>
              <a:buNone/>
              <a:defRPr sz="7800"/>
            </a:lvl1pPr>
            <a:lvl2pPr lvl="1" algn="l" rtl="0">
              <a:spcBef>
                <a:spcPts val="0"/>
              </a:spcBef>
              <a:spcAft>
                <a:spcPts val="0"/>
              </a:spcAft>
              <a:buSzPts val="3000"/>
              <a:buNone/>
              <a:defRPr/>
            </a:lvl2pPr>
            <a:lvl3pPr lvl="2" algn="l" rtl="0">
              <a:spcBef>
                <a:spcPts val="0"/>
              </a:spcBef>
              <a:spcAft>
                <a:spcPts val="0"/>
              </a:spcAft>
              <a:buSzPts val="3000"/>
              <a:buNone/>
              <a:defRPr/>
            </a:lvl3pPr>
            <a:lvl4pPr lvl="3" algn="l" rtl="0">
              <a:spcBef>
                <a:spcPts val="0"/>
              </a:spcBef>
              <a:spcAft>
                <a:spcPts val="0"/>
              </a:spcAft>
              <a:buSzPts val="3000"/>
              <a:buNone/>
              <a:defRPr/>
            </a:lvl4pPr>
            <a:lvl5pPr lvl="4" algn="l" rtl="0">
              <a:spcBef>
                <a:spcPts val="0"/>
              </a:spcBef>
              <a:spcAft>
                <a:spcPts val="0"/>
              </a:spcAft>
              <a:buSzPts val="3000"/>
              <a:buNone/>
              <a:defRPr/>
            </a:lvl5pPr>
            <a:lvl6pPr lvl="5" algn="l" rtl="0">
              <a:spcBef>
                <a:spcPts val="0"/>
              </a:spcBef>
              <a:spcAft>
                <a:spcPts val="0"/>
              </a:spcAft>
              <a:buSzPts val="3000"/>
              <a:buNone/>
              <a:defRPr/>
            </a:lvl6pPr>
            <a:lvl7pPr lvl="6" algn="l" rtl="0">
              <a:spcBef>
                <a:spcPts val="0"/>
              </a:spcBef>
              <a:spcAft>
                <a:spcPts val="0"/>
              </a:spcAft>
              <a:buSzPts val="3000"/>
              <a:buNone/>
              <a:defRPr/>
            </a:lvl7pPr>
            <a:lvl8pPr lvl="7" algn="l" rtl="0">
              <a:spcBef>
                <a:spcPts val="0"/>
              </a:spcBef>
              <a:spcAft>
                <a:spcPts val="0"/>
              </a:spcAft>
              <a:buSzPts val="3000"/>
              <a:buNone/>
              <a:defRPr/>
            </a:lvl8pPr>
            <a:lvl9pPr lvl="8" algn="l" rtl="0">
              <a:spcBef>
                <a:spcPts val="0"/>
              </a:spcBef>
              <a:spcAft>
                <a:spcPts val="0"/>
              </a:spcAft>
              <a:buSzPts val="3000"/>
              <a:buNone/>
              <a:defRPr/>
            </a:lvl9pPr>
          </a:lstStyle>
          <a:p/>
        </p:txBody>
      </p:sp>
      <p:sp>
        <p:nvSpPr>
          <p:cNvPr id="53" name="Google Shape;53;p8"/>
          <p:cNvSpPr txBox="1"/>
          <p:nvPr>
            <p:ph type="subTitle" idx="1"/>
          </p:nvPr>
        </p:nvSpPr>
        <p:spPr>
          <a:xfrm>
            <a:off x="5657250" y="2469900"/>
            <a:ext cx="2633400" cy="1154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None/>
              <a:defRPr sz="1600"/>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54" name="Shape 54"/>
        <p:cNvGrpSpPr/>
        <p:nvPr/>
      </p:nvGrpSpPr>
      <p:grpSpPr>
        <a:xfrm>
          <a:off x="0" y="0"/>
          <a:ext cx="0" cy="0"/>
          <a:chOff x="0" y="0"/>
          <a:chExt cx="0" cy="0"/>
        </a:xfrm>
      </p:grpSpPr>
      <p:pic>
        <p:nvPicPr>
          <p:cNvPr id="55" name="Google Shape;55;p9"/>
          <p:cNvPicPr preferRelativeResize="0"/>
          <p:nvPr/>
        </p:nvPicPr>
        <p:blipFill>
          <a:blip r:embed="rId2"/>
          <a:stretch>
            <a:fillRect/>
          </a:stretch>
        </p:blipFill>
        <p:spPr>
          <a:xfrm>
            <a:off x="0" y="0"/>
            <a:ext cx="9144000" cy="5143507"/>
          </a:xfrm>
          <a:prstGeom prst="rect">
            <a:avLst/>
          </a:prstGeom>
          <a:noFill/>
          <a:ln>
            <a:noFill/>
          </a:ln>
        </p:spPr>
      </p:pic>
      <p:pic>
        <p:nvPicPr>
          <p:cNvPr id="56" name="Google Shape;56;p9"/>
          <p:cNvPicPr preferRelativeResize="0"/>
          <p:nvPr/>
        </p:nvPicPr>
        <p:blipFill rotWithShape="1">
          <a:blip r:embed="rId3"/>
          <a:srcRect l="39564" t="39700" r="40237" b="40526"/>
          <a:stretch>
            <a:fillRect/>
          </a:stretch>
        </p:blipFill>
        <p:spPr>
          <a:xfrm rot="1419931">
            <a:off x="7693504" y="902382"/>
            <a:ext cx="907818" cy="888661"/>
          </a:xfrm>
          <a:prstGeom prst="rect">
            <a:avLst/>
          </a:prstGeom>
          <a:noFill/>
          <a:ln>
            <a:noFill/>
          </a:ln>
        </p:spPr>
      </p:pic>
      <p:pic>
        <p:nvPicPr>
          <p:cNvPr id="57" name="Google Shape;57;p9"/>
          <p:cNvPicPr preferRelativeResize="0"/>
          <p:nvPr/>
        </p:nvPicPr>
        <p:blipFill rotWithShape="1">
          <a:blip r:embed="rId4"/>
          <a:srcRect l="34871" t="11017" r="7287" b="12418"/>
          <a:stretch>
            <a:fillRect/>
          </a:stretch>
        </p:blipFill>
        <p:spPr>
          <a:xfrm>
            <a:off x="0" y="3718550"/>
            <a:ext cx="987951" cy="1307799"/>
          </a:xfrm>
          <a:prstGeom prst="rect">
            <a:avLst/>
          </a:prstGeom>
          <a:noFill/>
          <a:ln>
            <a:noFill/>
          </a:ln>
        </p:spPr>
      </p:pic>
      <p:pic>
        <p:nvPicPr>
          <p:cNvPr id="58" name="Google Shape;58;p9"/>
          <p:cNvPicPr preferRelativeResize="0"/>
          <p:nvPr/>
        </p:nvPicPr>
        <p:blipFill rotWithShape="1">
          <a:blip r:embed="rId5"/>
          <a:srcRect l="27028" t="30941" r="26176" b="29940"/>
          <a:stretch>
            <a:fillRect/>
          </a:stretch>
        </p:blipFill>
        <p:spPr>
          <a:xfrm>
            <a:off x="7680225" y="985750"/>
            <a:ext cx="373875" cy="312525"/>
          </a:xfrm>
          <a:prstGeom prst="rect">
            <a:avLst/>
          </a:prstGeom>
          <a:noFill/>
          <a:ln>
            <a:noFill/>
          </a:ln>
        </p:spPr>
      </p:pic>
      <p:pic>
        <p:nvPicPr>
          <p:cNvPr id="59" name="Google Shape;59;p9"/>
          <p:cNvPicPr preferRelativeResize="0"/>
          <p:nvPr/>
        </p:nvPicPr>
        <p:blipFill rotWithShape="1">
          <a:blip r:embed="rId5"/>
          <a:srcRect l="27028" t="46113" r="26176" b="29942"/>
          <a:stretch>
            <a:fillRect/>
          </a:stretch>
        </p:blipFill>
        <p:spPr>
          <a:xfrm>
            <a:off x="410225" y="0"/>
            <a:ext cx="801450" cy="410076"/>
          </a:xfrm>
          <a:prstGeom prst="rect">
            <a:avLst/>
          </a:prstGeom>
          <a:noFill/>
          <a:ln>
            <a:noFill/>
          </a:ln>
        </p:spPr>
      </p:pic>
      <p:sp>
        <p:nvSpPr>
          <p:cNvPr id="60" name="Google Shape;60;p9"/>
          <p:cNvSpPr txBox="1"/>
          <p:nvPr>
            <p:ph type="title"/>
          </p:nvPr>
        </p:nvSpPr>
        <p:spPr>
          <a:xfrm>
            <a:off x="5031049" y="1362773"/>
            <a:ext cx="2942400" cy="1056600"/>
          </a:xfrm>
          <a:prstGeom prst="rect">
            <a:avLst/>
          </a:prstGeom>
        </p:spPr>
        <p:txBody>
          <a:bodyPr spcFirstLastPara="1" wrap="square" lIns="91425" tIns="91425" rIns="91425" bIns="91425" anchor="ctr" anchorCtr="0">
            <a:noAutofit/>
          </a:bodyPr>
          <a:lstStyle>
            <a:lvl1pPr lvl="0" algn="l" rtl="0">
              <a:lnSpc>
                <a:spcPct val="90000"/>
              </a:lnSpc>
              <a:spcBef>
                <a:spcPts val="0"/>
              </a:spcBef>
              <a:spcAft>
                <a:spcPts val="0"/>
              </a:spcAft>
              <a:buClr>
                <a:srgbClr val="FF87D7"/>
              </a:buClr>
              <a:buSzPts val="3000"/>
              <a:buFont typeface="Oswald Regular"/>
              <a:buNone/>
              <a:defRPr sz="3000">
                <a:solidFill>
                  <a:srgbClr val="FF87D7"/>
                </a:solidFill>
                <a:latin typeface="Oswald Regular"/>
                <a:ea typeface="Oswald Regular"/>
                <a:cs typeface="Oswald Regular"/>
                <a:sym typeface="Oswald Regular"/>
              </a:defRPr>
            </a:lvl1pPr>
            <a:lvl2pPr lvl="1" algn="l" rtl="0">
              <a:lnSpc>
                <a:spcPct val="90000"/>
              </a:lnSpc>
              <a:spcBef>
                <a:spcPts val="0"/>
              </a:spcBef>
              <a:spcAft>
                <a:spcPts val="0"/>
              </a:spcAft>
              <a:buSzPts val="4200"/>
              <a:buNone/>
              <a:defRPr sz="4200"/>
            </a:lvl2pPr>
            <a:lvl3pPr lvl="2" algn="l" rtl="0">
              <a:lnSpc>
                <a:spcPct val="90000"/>
              </a:lnSpc>
              <a:spcBef>
                <a:spcPts val="0"/>
              </a:spcBef>
              <a:spcAft>
                <a:spcPts val="0"/>
              </a:spcAft>
              <a:buSzPts val="4200"/>
              <a:buNone/>
              <a:defRPr sz="4200"/>
            </a:lvl3pPr>
            <a:lvl4pPr lvl="3" algn="l" rtl="0">
              <a:lnSpc>
                <a:spcPct val="90000"/>
              </a:lnSpc>
              <a:spcBef>
                <a:spcPts val="0"/>
              </a:spcBef>
              <a:spcAft>
                <a:spcPts val="0"/>
              </a:spcAft>
              <a:buSzPts val="4200"/>
              <a:buNone/>
              <a:defRPr sz="4200"/>
            </a:lvl4pPr>
            <a:lvl5pPr lvl="4" algn="l" rtl="0">
              <a:lnSpc>
                <a:spcPct val="90000"/>
              </a:lnSpc>
              <a:spcBef>
                <a:spcPts val="0"/>
              </a:spcBef>
              <a:spcAft>
                <a:spcPts val="0"/>
              </a:spcAft>
              <a:buSzPts val="4200"/>
              <a:buNone/>
              <a:defRPr sz="4200"/>
            </a:lvl5pPr>
            <a:lvl6pPr lvl="5" algn="l" rtl="0">
              <a:lnSpc>
                <a:spcPct val="90000"/>
              </a:lnSpc>
              <a:spcBef>
                <a:spcPts val="0"/>
              </a:spcBef>
              <a:spcAft>
                <a:spcPts val="0"/>
              </a:spcAft>
              <a:buSzPts val="4200"/>
              <a:buNone/>
              <a:defRPr sz="4200"/>
            </a:lvl6pPr>
            <a:lvl7pPr lvl="6" algn="l" rtl="0">
              <a:lnSpc>
                <a:spcPct val="90000"/>
              </a:lnSpc>
              <a:spcBef>
                <a:spcPts val="0"/>
              </a:spcBef>
              <a:spcAft>
                <a:spcPts val="0"/>
              </a:spcAft>
              <a:buSzPts val="4200"/>
              <a:buNone/>
              <a:defRPr sz="4200"/>
            </a:lvl7pPr>
            <a:lvl8pPr lvl="7" algn="l" rtl="0">
              <a:lnSpc>
                <a:spcPct val="90000"/>
              </a:lnSpc>
              <a:spcBef>
                <a:spcPts val="0"/>
              </a:spcBef>
              <a:spcAft>
                <a:spcPts val="0"/>
              </a:spcAft>
              <a:buSzPts val="4200"/>
              <a:buNone/>
              <a:defRPr sz="4200"/>
            </a:lvl8pPr>
            <a:lvl9pPr lvl="8" algn="l" rtl="0">
              <a:lnSpc>
                <a:spcPct val="90000"/>
              </a:lnSpc>
              <a:spcBef>
                <a:spcPts val="0"/>
              </a:spcBef>
              <a:spcAft>
                <a:spcPts val="0"/>
              </a:spcAft>
              <a:buSzPts val="4200"/>
              <a:buNone/>
              <a:defRPr sz="4200"/>
            </a:lvl9pPr>
          </a:lstStyle>
          <a:p/>
        </p:txBody>
      </p:sp>
      <p:sp>
        <p:nvSpPr>
          <p:cNvPr id="61" name="Google Shape;61;p9"/>
          <p:cNvSpPr txBox="1"/>
          <p:nvPr>
            <p:ph type="subTitle" idx="1"/>
          </p:nvPr>
        </p:nvSpPr>
        <p:spPr>
          <a:xfrm>
            <a:off x="5031049" y="2364240"/>
            <a:ext cx="2942400" cy="1392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600"/>
              <a:buNone/>
              <a:defRPr sz="1600">
                <a:solidFill>
                  <a:schemeClr val="lt1"/>
                </a:solidFill>
              </a:defRPr>
            </a:lvl1pPr>
            <a:lvl2pPr lvl="1" rtl="0">
              <a:lnSpc>
                <a:spcPct val="100000"/>
              </a:lnSpc>
              <a:spcBef>
                <a:spcPts val="0"/>
              </a:spcBef>
              <a:spcAft>
                <a:spcPts val="0"/>
              </a:spcAft>
              <a:buClr>
                <a:srgbClr val="FF87D7"/>
              </a:buClr>
              <a:buSzPts val="1900"/>
              <a:buNone/>
              <a:defRPr sz="1900">
                <a:solidFill>
                  <a:srgbClr val="FF87D7"/>
                </a:solidFill>
              </a:defRPr>
            </a:lvl2pPr>
            <a:lvl3pPr lvl="2" rtl="0">
              <a:lnSpc>
                <a:spcPct val="100000"/>
              </a:lnSpc>
              <a:spcBef>
                <a:spcPts val="0"/>
              </a:spcBef>
              <a:spcAft>
                <a:spcPts val="0"/>
              </a:spcAft>
              <a:buClr>
                <a:srgbClr val="FF87D7"/>
              </a:buClr>
              <a:buSzPts val="1900"/>
              <a:buNone/>
              <a:defRPr sz="1900">
                <a:solidFill>
                  <a:srgbClr val="FF87D7"/>
                </a:solidFill>
              </a:defRPr>
            </a:lvl3pPr>
            <a:lvl4pPr lvl="3" rtl="0">
              <a:lnSpc>
                <a:spcPct val="100000"/>
              </a:lnSpc>
              <a:spcBef>
                <a:spcPts val="0"/>
              </a:spcBef>
              <a:spcAft>
                <a:spcPts val="0"/>
              </a:spcAft>
              <a:buClr>
                <a:srgbClr val="FF87D7"/>
              </a:buClr>
              <a:buSzPts val="1900"/>
              <a:buNone/>
              <a:defRPr sz="1900">
                <a:solidFill>
                  <a:srgbClr val="FF87D7"/>
                </a:solidFill>
              </a:defRPr>
            </a:lvl4pPr>
            <a:lvl5pPr lvl="4" rtl="0">
              <a:lnSpc>
                <a:spcPct val="100000"/>
              </a:lnSpc>
              <a:spcBef>
                <a:spcPts val="0"/>
              </a:spcBef>
              <a:spcAft>
                <a:spcPts val="0"/>
              </a:spcAft>
              <a:buClr>
                <a:srgbClr val="FF87D7"/>
              </a:buClr>
              <a:buSzPts val="1900"/>
              <a:buNone/>
              <a:defRPr sz="1900">
                <a:solidFill>
                  <a:srgbClr val="FF87D7"/>
                </a:solidFill>
              </a:defRPr>
            </a:lvl5pPr>
            <a:lvl6pPr lvl="5" rtl="0">
              <a:lnSpc>
                <a:spcPct val="100000"/>
              </a:lnSpc>
              <a:spcBef>
                <a:spcPts val="0"/>
              </a:spcBef>
              <a:spcAft>
                <a:spcPts val="0"/>
              </a:spcAft>
              <a:buClr>
                <a:srgbClr val="FF87D7"/>
              </a:buClr>
              <a:buSzPts val="1900"/>
              <a:buNone/>
              <a:defRPr sz="1900">
                <a:solidFill>
                  <a:srgbClr val="FF87D7"/>
                </a:solidFill>
              </a:defRPr>
            </a:lvl6pPr>
            <a:lvl7pPr lvl="6" rtl="0">
              <a:lnSpc>
                <a:spcPct val="100000"/>
              </a:lnSpc>
              <a:spcBef>
                <a:spcPts val="0"/>
              </a:spcBef>
              <a:spcAft>
                <a:spcPts val="0"/>
              </a:spcAft>
              <a:buClr>
                <a:srgbClr val="FF87D7"/>
              </a:buClr>
              <a:buSzPts val="1900"/>
              <a:buNone/>
              <a:defRPr sz="1900">
                <a:solidFill>
                  <a:srgbClr val="FF87D7"/>
                </a:solidFill>
              </a:defRPr>
            </a:lvl7pPr>
            <a:lvl8pPr lvl="7" rtl="0">
              <a:lnSpc>
                <a:spcPct val="100000"/>
              </a:lnSpc>
              <a:spcBef>
                <a:spcPts val="0"/>
              </a:spcBef>
              <a:spcAft>
                <a:spcPts val="0"/>
              </a:spcAft>
              <a:buClr>
                <a:srgbClr val="FF87D7"/>
              </a:buClr>
              <a:buSzPts val="1900"/>
              <a:buNone/>
              <a:defRPr sz="1900">
                <a:solidFill>
                  <a:srgbClr val="FF87D7"/>
                </a:solidFill>
              </a:defRPr>
            </a:lvl8pPr>
            <a:lvl9pPr lvl="8" rtl="0">
              <a:lnSpc>
                <a:spcPct val="100000"/>
              </a:lnSpc>
              <a:spcBef>
                <a:spcPts val="0"/>
              </a:spcBef>
              <a:spcAft>
                <a:spcPts val="0"/>
              </a:spcAft>
              <a:buClr>
                <a:srgbClr val="FF87D7"/>
              </a:buClr>
              <a:buSzPts val="1900"/>
              <a:buNone/>
              <a:defRPr sz="1900">
                <a:solidFill>
                  <a:srgbClr val="FF87D7"/>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62" name="Shape 62"/>
        <p:cNvGrpSpPr/>
        <p:nvPr/>
      </p:nvGrpSpPr>
      <p:grpSpPr>
        <a:xfrm>
          <a:off x="0" y="0"/>
          <a:ext cx="0" cy="0"/>
          <a:chOff x="0" y="0"/>
          <a:chExt cx="0" cy="0"/>
        </a:xfrm>
      </p:grpSpPr>
      <p:pic>
        <p:nvPicPr>
          <p:cNvPr id="63" name="Google Shape;63;p10"/>
          <p:cNvPicPr preferRelativeResize="0"/>
          <p:nvPr/>
        </p:nvPicPr>
        <p:blipFill rotWithShape="1">
          <a:blip r:embed="rId2"/>
          <a:srcRect l="27630" t="22639" r="24836" b="44286"/>
          <a:stretch>
            <a:fillRect/>
          </a:stretch>
        </p:blipFill>
        <p:spPr>
          <a:xfrm rot="10800000">
            <a:off x="174913" y="0"/>
            <a:ext cx="1409376" cy="980649"/>
          </a:xfrm>
          <a:prstGeom prst="rect">
            <a:avLst/>
          </a:prstGeom>
          <a:noFill/>
          <a:ln>
            <a:noFill/>
          </a:ln>
        </p:spPr>
      </p:pic>
      <p:pic>
        <p:nvPicPr>
          <p:cNvPr id="64" name="Google Shape;64;p10"/>
          <p:cNvPicPr preferRelativeResize="0"/>
          <p:nvPr/>
        </p:nvPicPr>
        <p:blipFill rotWithShape="1">
          <a:blip r:embed="rId3"/>
          <a:srcRect t="41584" r="73535" b="39605"/>
          <a:stretch>
            <a:fillRect/>
          </a:stretch>
        </p:blipFill>
        <p:spPr>
          <a:xfrm>
            <a:off x="7384793" y="3973375"/>
            <a:ext cx="1759200" cy="703500"/>
          </a:xfrm>
          <a:prstGeom prst="rect">
            <a:avLst/>
          </a:prstGeom>
          <a:noFill/>
          <a:ln>
            <a:noFill/>
          </a:ln>
        </p:spPr>
      </p:pic>
      <p:pic>
        <p:nvPicPr>
          <p:cNvPr id="65" name="Google Shape;65;p10"/>
          <p:cNvPicPr preferRelativeResize="0"/>
          <p:nvPr/>
        </p:nvPicPr>
        <p:blipFill rotWithShape="1">
          <a:blip r:embed="rId4"/>
          <a:srcRect l="57606" t="33611" r="13570" b="38788"/>
          <a:stretch>
            <a:fillRect/>
          </a:stretch>
        </p:blipFill>
        <p:spPr>
          <a:xfrm flipH="1">
            <a:off x="5" y="3665525"/>
            <a:ext cx="2449320" cy="1319200"/>
          </a:xfrm>
          <a:prstGeom prst="rect">
            <a:avLst/>
          </a:prstGeom>
          <a:noFill/>
          <a:ln>
            <a:noFill/>
          </a:ln>
        </p:spPr>
      </p:pic>
      <p:sp>
        <p:nvSpPr>
          <p:cNvPr id="66" name="Google Shape;66;p10"/>
          <p:cNvSpPr txBox="1"/>
          <p:nvPr>
            <p:ph type="title"/>
          </p:nvPr>
        </p:nvSpPr>
        <p:spPr>
          <a:xfrm>
            <a:off x="6114000" y="445800"/>
            <a:ext cx="2310300" cy="1964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a:lvl1pPr>
            <a:lvl2pPr lvl="1" algn="r"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2pPr>
            <a:lvl3pPr lvl="2" algn="r"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3pPr>
            <a:lvl4pPr lvl="3" algn="r"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4pPr>
            <a:lvl5pPr lvl="4" algn="r"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5pPr>
            <a:lvl6pPr lvl="5" algn="r"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6pPr>
            <a:lvl7pPr lvl="6" algn="r"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7pPr>
            <a:lvl8pPr lvl="7" algn="r"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8pPr>
            <a:lvl9pPr lvl="8" algn="r"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67" name="Shape 67"/>
        <p:cNvGrpSpPr/>
        <p:nvPr/>
      </p:nvGrpSpPr>
      <p:grpSpPr>
        <a:xfrm>
          <a:off x="0" y="0"/>
          <a:ext cx="0" cy="0"/>
          <a:chOff x="0" y="0"/>
          <a:chExt cx="0" cy="0"/>
        </a:xfrm>
      </p:grpSpPr>
      <p:pic>
        <p:nvPicPr>
          <p:cNvPr id="68" name="Google Shape;68;p11"/>
          <p:cNvPicPr preferRelativeResize="0"/>
          <p:nvPr/>
        </p:nvPicPr>
        <p:blipFill>
          <a:blip r:embed="rId2"/>
          <a:stretch>
            <a:fillRect/>
          </a:stretch>
        </p:blipFill>
        <p:spPr>
          <a:xfrm>
            <a:off x="0" y="0"/>
            <a:ext cx="9144000" cy="5143493"/>
          </a:xfrm>
          <a:prstGeom prst="rect">
            <a:avLst/>
          </a:prstGeom>
          <a:noFill/>
          <a:ln>
            <a:noFill/>
          </a:ln>
        </p:spPr>
      </p:pic>
      <p:pic>
        <p:nvPicPr>
          <p:cNvPr id="69" name="Google Shape;69;p11"/>
          <p:cNvPicPr preferRelativeResize="0"/>
          <p:nvPr/>
        </p:nvPicPr>
        <p:blipFill rotWithShape="1">
          <a:blip r:embed="rId3"/>
          <a:srcRect t="41584" r="33230" b="39605"/>
          <a:stretch>
            <a:fillRect/>
          </a:stretch>
        </p:blipFill>
        <p:spPr>
          <a:xfrm>
            <a:off x="0" y="284500"/>
            <a:ext cx="5577204" cy="883798"/>
          </a:xfrm>
          <a:prstGeom prst="rect">
            <a:avLst/>
          </a:prstGeom>
          <a:noFill/>
          <a:ln>
            <a:noFill/>
          </a:ln>
        </p:spPr>
      </p:pic>
      <p:pic>
        <p:nvPicPr>
          <p:cNvPr id="70" name="Google Shape;70;p11"/>
          <p:cNvPicPr preferRelativeResize="0"/>
          <p:nvPr/>
        </p:nvPicPr>
        <p:blipFill rotWithShape="1">
          <a:blip r:embed="rId4"/>
          <a:srcRect l="59399" t="30955" b="38788"/>
          <a:stretch>
            <a:fillRect/>
          </a:stretch>
        </p:blipFill>
        <p:spPr>
          <a:xfrm>
            <a:off x="5693825" y="3543099"/>
            <a:ext cx="3450180" cy="1446174"/>
          </a:xfrm>
          <a:prstGeom prst="rect">
            <a:avLst/>
          </a:prstGeom>
          <a:noFill/>
          <a:ln>
            <a:noFill/>
          </a:ln>
        </p:spPr>
      </p:pic>
      <p:sp>
        <p:nvSpPr>
          <p:cNvPr id="71" name="Google Shape;71;p11"/>
          <p:cNvSpPr txBox="1"/>
          <p:nvPr>
            <p:ph type="title" hasCustomPrompt="1"/>
          </p:nvPr>
        </p:nvSpPr>
        <p:spPr>
          <a:xfrm>
            <a:off x="1198950" y="1560550"/>
            <a:ext cx="6746100" cy="13473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87D7"/>
              </a:buClr>
              <a:buSzPts val="7800"/>
              <a:buFont typeface="Oswald Regular"/>
              <a:buNone/>
              <a:defRPr sz="7800">
                <a:solidFill>
                  <a:srgbClr val="FF87D7"/>
                </a:solidFill>
                <a:latin typeface="Oswald Regular"/>
                <a:ea typeface="Oswald Regular"/>
                <a:cs typeface="Oswald Regular"/>
                <a:sym typeface="Oswald Regular"/>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72" name="Google Shape;72;p11"/>
          <p:cNvSpPr txBox="1"/>
          <p:nvPr>
            <p:ph type="subTitle" idx="1"/>
          </p:nvPr>
        </p:nvSpPr>
        <p:spPr>
          <a:xfrm>
            <a:off x="3228750" y="2853273"/>
            <a:ext cx="2686500" cy="67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600"/>
              <a:buNone/>
              <a:defRPr sz="1600">
                <a:solidFill>
                  <a:schemeClr val="lt1"/>
                </a:solidFill>
              </a:defRPr>
            </a:lvl1pPr>
            <a:lvl2pPr lvl="1" algn="ctr" rtl="0">
              <a:lnSpc>
                <a:spcPct val="100000"/>
              </a:lnSpc>
              <a:spcBef>
                <a:spcPts val="0"/>
              </a:spcBef>
              <a:spcAft>
                <a:spcPts val="0"/>
              </a:spcAft>
              <a:buClr>
                <a:srgbClr val="FF87D7"/>
              </a:buClr>
              <a:buSzPts val="1600"/>
              <a:buNone/>
              <a:defRPr sz="1600">
                <a:solidFill>
                  <a:srgbClr val="FF87D7"/>
                </a:solidFill>
              </a:defRPr>
            </a:lvl2pPr>
            <a:lvl3pPr lvl="2" algn="ctr" rtl="0">
              <a:lnSpc>
                <a:spcPct val="100000"/>
              </a:lnSpc>
              <a:spcBef>
                <a:spcPts val="0"/>
              </a:spcBef>
              <a:spcAft>
                <a:spcPts val="0"/>
              </a:spcAft>
              <a:buClr>
                <a:srgbClr val="FF87D7"/>
              </a:buClr>
              <a:buSzPts val="1600"/>
              <a:buNone/>
              <a:defRPr sz="1600">
                <a:solidFill>
                  <a:srgbClr val="FF87D7"/>
                </a:solidFill>
              </a:defRPr>
            </a:lvl3pPr>
            <a:lvl4pPr lvl="3" algn="ctr" rtl="0">
              <a:lnSpc>
                <a:spcPct val="100000"/>
              </a:lnSpc>
              <a:spcBef>
                <a:spcPts val="0"/>
              </a:spcBef>
              <a:spcAft>
                <a:spcPts val="0"/>
              </a:spcAft>
              <a:buClr>
                <a:srgbClr val="FF87D7"/>
              </a:buClr>
              <a:buSzPts val="1600"/>
              <a:buNone/>
              <a:defRPr sz="1600">
                <a:solidFill>
                  <a:srgbClr val="FF87D7"/>
                </a:solidFill>
              </a:defRPr>
            </a:lvl4pPr>
            <a:lvl5pPr lvl="4" algn="ctr" rtl="0">
              <a:lnSpc>
                <a:spcPct val="100000"/>
              </a:lnSpc>
              <a:spcBef>
                <a:spcPts val="0"/>
              </a:spcBef>
              <a:spcAft>
                <a:spcPts val="0"/>
              </a:spcAft>
              <a:buClr>
                <a:srgbClr val="FF87D7"/>
              </a:buClr>
              <a:buSzPts val="1600"/>
              <a:buNone/>
              <a:defRPr sz="1600">
                <a:solidFill>
                  <a:srgbClr val="FF87D7"/>
                </a:solidFill>
              </a:defRPr>
            </a:lvl5pPr>
            <a:lvl6pPr lvl="5" algn="ctr" rtl="0">
              <a:lnSpc>
                <a:spcPct val="100000"/>
              </a:lnSpc>
              <a:spcBef>
                <a:spcPts val="0"/>
              </a:spcBef>
              <a:spcAft>
                <a:spcPts val="0"/>
              </a:spcAft>
              <a:buClr>
                <a:srgbClr val="FF87D7"/>
              </a:buClr>
              <a:buSzPts val="1600"/>
              <a:buNone/>
              <a:defRPr sz="1600">
                <a:solidFill>
                  <a:srgbClr val="FF87D7"/>
                </a:solidFill>
              </a:defRPr>
            </a:lvl6pPr>
            <a:lvl7pPr lvl="6" algn="ctr" rtl="0">
              <a:lnSpc>
                <a:spcPct val="100000"/>
              </a:lnSpc>
              <a:spcBef>
                <a:spcPts val="0"/>
              </a:spcBef>
              <a:spcAft>
                <a:spcPts val="0"/>
              </a:spcAft>
              <a:buClr>
                <a:srgbClr val="FF87D7"/>
              </a:buClr>
              <a:buSzPts val="1600"/>
              <a:buNone/>
              <a:defRPr sz="1600">
                <a:solidFill>
                  <a:srgbClr val="FF87D7"/>
                </a:solidFill>
              </a:defRPr>
            </a:lvl7pPr>
            <a:lvl8pPr lvl="7" algn="ctr" rtl="0">
              <a:lnSpc>
                <a:spcPct val="100000"/>
              </a:lnSpc>
              <a:spcBef>
                <a:spcPts val="0"/>
              </a:spcBef>
              <a:spcAft>
                <a:spcPts val="0"/>
              </a:spcAft>
              <a:buClr>
                <a:srgbClr val="FF87D7"/>
              </a:buClr>
              <a:buSzPts val="1600"/>
              <a:buNone/>
              <a:defRPr sz="1600">
                <a:solidFill>
                  <a:srgbClr val="FF87D7"/>
                </a:solidFill>
              </a:defRPr>
            </a:lvl8pPr>
            <a:lvl9pPr lvl="8" algn="ctr" rtl="0">
              <a:lnSpc>
                <a:spcPct val="100000"/>
              </a:lnSpc>
              <a:spcBef>
                <a:spcPts val="0"/>
              </a:spcBef>
              <a:spcAft>
                <a:spcPts val="0"/>
              </a:spcAft>
              <a:buClr>
                <a:srgbClr val="FF87D7"/>
              </a:buClr>
              <a:buSzPts val="1600"/>
              <a:buNone/>
              <a:defRPr sz="1600">
                <a:solidFill>
                  <a:srgbClr val="FF87D7"/>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bg>
      <p:bgPr>
        <a:solidFill>
          <a:schemeClr val="lt1"/>
        </a:solidFill>
        <a:effectLst/>
      </p:bgPr>
    </p:bg>
    <p:spTree>
      <p:nvGrpSpPr>
        <p:cNvPr id="73" name="Shape 7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74" name="Shape 74"/>
        <p:cNvGrpSpPr/>
        <p:nvPr/>
      </p:nvGrpSpPr>
      <p:grpSpPr>
        <a:xfrm>
          <a:off x="0" y="0"/>
          <a:ext cx="0" cy="0"/>
          <a:chOff x="0" y="0"/>
          <a:chExt cx="0" cy="0"/>
        </a:xfrm>
      </p:grpSpPr>
      <p:pic>
        <p:nvPicPr>
          <p:cNvPr id="75" name="Google Shape;75;p13"/>
          <p:cNvPicPr preferRelativeResize="0"/>
          <p:nvPr/>
        </p:nvPicPr>
        <p:blipFill>
          <a:blip r:embed="rId2"/>
          <a:stretch>
            <a:fillRect/>
          </a:stretch>
        </p:blipFill>
        <p:spPr>
          <a:xfrm>
            <a:off x="0" y="0"/>
            <a:ext cx="9144000" cy="5143507"/>
          </a:xfrm>
          <a:prstGeom prst="rect">
            <a:avLst/>
          </a:prstGeom>
          <a:noFill/>
          <a:ln>
            <a:noFill/>
          </a:ln>
        </p:spPr>
      </p:pic>
      <p:sp>
        <p:nvSpPr>
          <p:cNvPr id="76" name="Google Shape;76;p13"/>
          <p:cNvSpPr txBox="1"/>
          <p:nvPr>
            <p:ph type="title"/>
          </p:nvPr>
        </p:nvSpPr>
        <p:spPr>
          <a:xfrm>
            <a:off x="720000" y="1888001"/>
            <a:ext cx="3416100" cy="1561800"/>
          </a:xfrm>
          <a:prstGeom prst="rect">
            <a:avLst/>
          </a:prstGeom>
          <a:noFill/>
        </p:spPr>
        <p:txBody>
          <a:bodyPr spcFirstLastPara="1" wrap="square" lIns="91425" tIns="91425" rIns="91425" bIns="91425" anchor="ctr" anchorCtr="0">
            <a:noAutofit/>
          </a:bodyPr>
          <a:lstStyle>
            <a:lvl1pPr lvl="0" algn="l" rtl="0">
              <a:lnSpc>
                <a:spcPct val="90000"/>
              </a:lnSpc>
              <a:spcBef>
                <a:spcPts val="0"/>
              </a:spcBef>
              <a:spcAft>
                <a:spcPts val="0"/>
              </a:spcAft>
              <a:buSzPts val="6000"/>
              <a:buNone/>
              <a:defRPr sz="6000"/>
            </a:lvl1pPr>
            <a:lvl2pPr lvl="1" algn="l" rtl="0">
              <a:lnSpc>
                <a:spcPct val="90000"/>
              </a:lnSpc>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2pPr>
            <a:lvl3pPr lvl="2" algn="l" rtl="0">
              <a:lnSpc>
                <a:spcPct val="90000"/>
              </a:lnSpc>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3pPr>
            <a:lvl4pPr lvl="3" algn="l" rtl="0">
              <a:lnSpc>
                <a:spcPct val="90000"/>
              </a:lnSpc>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4pPr>
            <a:lvl5pPr lvl="4" algn="l" rtl="0">
              <a:lnSpc>
                <a:spcPct val="90000"/>
              </a:lnSpc>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5pPr>
            <a:lvl6pPr lvl="5" algn="l" rtl="0">
              <a:lnSpc>
                <a:spcPct val="90000"/>
              </a:lnSpc>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6pPr>
            <a:lvl7pPr lvl="6" algn="l" rtl="0">
              <a:lnSpc>
                <a:spcPct val="90000"/>
              </a:lnSpc>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7pPr>
            <a:lvl8pPr lvl="7" algn="l" rtl="0">
              <a:lnSpc>
                <a:spcPct val="90000"/>
              </a:lnSpc>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8pPr>
            <a:lvl9pPr lvl="8" algn="l" rtl="0">
              <a:lnSpc>
                <a:spcPct val="90000"/>
              </a:lnSpc>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9pPr>
          </a:lstStyle>
          <a:p/>
        </p:txBody>
      </p:sp>
      <p:sp>
        <p:nvSpPr>
          <p:cNvPr id="77" name="Google Shape;77;p13"/>
          <p:cNvSpPr txBox="1"/>
          <p:nvPr>
            <p:ph type="title" idx="2" hasCustomPrompt="1"/>
          </p:nvPr>
        </p:nvSpPr>
        <p:spPr>
          <a:xfrm>
            <a:off x="4495925" y="930976"/>
            <a:ext cx="1113300" cy="747600"/>
          </a:xfrm>
          <a:prstGeom prst="rect">
            <a:avLst/>
          </a:prstGeom>
          <a:noFill/>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FFFF"/>
              </a:buClr>
              <a:buSzPts val="6800"/>
              <a:buNone/>
              <a:defRPr sz="6800">
                <a:solidFill>
                  <a:srgbClr val="FFFFFF"/>
                </a:solidFill>
              </a:defRPr>
            </a:lvl1pPr>
            <a:lvl2pPr lvl="1" algn="ctr" rtl="0">
              <a:lnSpc>
                <a:spcPct val="100000"/>
              </a:lnSpc>
              <a:spcBef>
                <a:spcPts val="0"/>
              </a:spcBef>
              <a:spcAft>
                <a:spcPts val="0"/>
              </a:spcAft>
              <a:buClr>
                <a:srgbClr val="FFFFFF"/>
              </a:buClr>
              <a:buSzPts val="6800"/>
              <a:buNone/>
              <a:defRPr sz="6800">
                <a:solidFill>
                  <a:srgbClr val="FFFFFF"/>
                </a:solidFill>
              </a:defRPr>
            </a:lvl2pPr>
            <a:lvl3pPr lvl="2" algn="ctr" rtl="0">
              <a:lnSpc>
                <a:spcPct val="100000"/>
              </a:lnSpc>
              <a:spcBef>
                <a:spcPts val="0"/>
              </a:spcBef>
              <a:spcAft>
                <a:spcPts val="0"/>
              </a:spcAft>
              <a:buClr>
                <a:srgbClr val="FFFFFF"/>
              </a:buClr>
              <a:buSzPts val="6800"/>
              <a:buNone/>
              <a:defRPr sz="6800">
                <a:solidFill>
                  <a:srgbClr val="FFFFFF"/>
                </a:solidFill>
              </a:defRPr>
            </a:lvl3pPr>
            <a:lvl4pPr lvl="3" algn="ctr" rtl="0">
              <a:lnSpc>
                <a:spcPct val="100000"/>
              </a:lnSpc>
              <a:spcBef>
                <a:spcPts val="0"/>
              </a:spcBef>
              <a:spcAft>
                <a:spcPts val="0"/>
              </a:spcAft>
              <a:buClr>
                <a:srgbClr val="FFFFFF"/>
              </a:buClr>
              <a:buSzPts val="6800"/>
              <a:buNone/>
              <a:defRPr sz="6800">
                <a:solidFill>
                  <a:srgbClr val="FFFFFF"/>
                </a:solidFill>
              </a:defRPr>
            </a:lvl4pPr>
            <a:lvl5pPr lvl="4" algn="ctr" rtl="0">
              <a:lnSpc>
                <a:spcPct val="100000"/>
              </a:lnSpc>
              <a:spcBef>
                <a:spcPts val="0"/>
              </a:spcBef>
              <a:spcAft>
                <a:spcPts val="0"/>
              </a:spcAft>
              <a:buClr>
                <a:srgbClr val="FFFFFF"/>
              </a:buClr>
              <a:buSzPts val="6800"/>
              <a:buNone/>
              <a:defRPr sz="6800">
                <a:solidFill>
                  <a:srgbClr val="FFFFFF"/>
                </a:solidFill>
              </a:defRPr>
            </a:lvl5pPr>
            <a:lvl6pPr lvl="5" algn="ctr" rtl="0">
              <a:lnSpc>
                <a:spcPct val="100000"/>
              </a:lnSpc>
              <a:spcBef>
                <a:spcPts val="0"/>
              </a:spcBef>
              <a:spcAft>
                <a:spcPts val="0"/>
              </a:spcAft>
              <a:buClr>
                <a:srgbClr val="FFFFFF"/>
              </a:buClr>
              <a:buSzPts val="6800"/>
              <a:buNone/>
              <a:defRPr sz="6800">
                <a:solidFill>
                  <a:srgbClr val="FFFFFF"/>
                </a:solidFill>
              </a:defRPr>
            </a:lvl6pPr>
            <a:lvl7pPr lvl="6" algn="ctr" rtl="0">
              <a:lnSpc>
                <a:spcPct val="100000"/>
              </a:lnSpc>
              <a:spcBef>
                <a:spcPts val="0"/>
              </a:spcBef>
              <a:spcAft>
                <a:spcPts val="0"/>
              </a:spcAft>
              <a:buClr>
                <a:srgbClr val="FFFFFF"/>
              </a:buClr>
              <a:buSzPts val="6800"/>
              <a:buNone/>
              <a:defRPr sz="6800">
                <a:solidFill>
                  <a:srgbClr val="FFFFFF"/>
                </a:solidFill>
              </a:defRPr>
            </a:lvl7pPr>
            <a:lvl8pPr lvl="7" algn="ctr" rtl="0">
              <a:lnSpc>
                <a:spcPct val="100000"/>
              </a:lnSpc>
              <a:spcBef>
                <a:spcPts val="0"/>
              </a:spcBef>
              <a:spcAft>
                <a:spcPts val="0"/>
              </a:spcAft>
              <a:buClr>
                <a:srgbClr val="FFFFFF"/>
              </a:buClr>
              <a:buSzPts val="6800"/>
              <a:buNone/>
              <a:defRPr sz="6800">
                <a:solidFill>
                  <a:srgbClr val="FFFFFF"/>
                </a:solidFill>
              </a:defRPr>
            </a:lvl8pPr>
            <a:lvl9pPr lvl="8" algn="ctr" rtl="0">
              <a:lnSpc>
                <a:spcPct val="100000"/>
              </a:lnSpc>
              <a:spcBef>
                <a:spcPts val="0"/>
              </a:spcBef>
              <a:spcAft>
                <a:spcPts val="0"/>
              </a:spcAft>
              <a:buClr>
                <a:srgbClr val="FFFFFF"/>
              </a:buClr>
              <a:buSzPts val="6800"/>
              <a:buNone/>
              <a:defRPr sz="6800">
                <a:solidFill>
                  <a:srgbClr val="FFFFFF"/>
                </a:solidFill>
              </a:defRPr>
            </a:lvl9pPr>
          </a:lstStyle>
          <a:p>
            <a:r>
              <a:t>xx%</a:t>
            </a:r>
          </a:p>
        </p:txBody>
      </p:sp>
      <p:sp>
        <p:nvSpPr>
          <p:cNvPr id="78" name="Google Shape;78;p13"/>
          <p:cNvSpPr txBox="1"/>
          <p:nvPr>
            <p:ph type="subTitle" idx="1"/>
          </p:nvPr>
        </p:nvSpPr>
        <p:spPr>
          <a:xfrm>
            <a:off x="5675376" y="818552"/>
            <a:ext cx="2586300" cy="404100"/>
          </a:xfrm>
          <a:prstGeom prst="rect">
            <a:avLst/>
          </a:prstGeom>
          <a:noFill/>
        </p:spPr>
        <p:txBody>
          <a:bodyPr spcFirstLastPara="1" wrap="square" lIns="91425" tIns="91425" rIns="91425" bIns="91425" anchor="ctr" anchorCtr="0">
            <a:noAutofit/>
          </a:bodyPr>
          <a:lstStyle>
            <a:lvl1pPr lvl="0" rtl="0">
              <a:lnSpc>
                <a:spcPct val="100000"/>
              </a:lnSpc>
              <a:spcBef>
                <a:spcPts val="0"/>
              </a:spcBef>
              <a:spcAft>
                <a:spcPts val="0"/>
              </a:spcAft>
              <a:buNone/>
              <a:defRPr sz="2000">
                <a:solidFill>
                  <a:schemeClr val="dk2"/>
                </a:solidFill>
                <a:latin typeface="Oswald"/>
                <a:ea typeface="Oswald"/>
                <a:cs typeface="Oswald"/>
                <a:sym typeface="Oswald"/>
              </a:defRPr>
            </a:lvl1pPr>
            <a:lvl2pPr lvl="1" rtl="0">
              <a:lnSpc>
                <a:spcPct val="100000"/>
              </a:lnSpc>
              <a:spcBef>
                <a:spcPts val="1600"/>
              </a:spcBef>
              <a:spcAft>
                <a:spcPts val="0"/>
              </a:spcAft>
              <a:buNone/>
              <a:defRPr sz="2000">
                <a:solidFill>
                  <a:schemeClr val="dk2"/>
                </a:solidFill>
                <a:latin typeface="Oswald"/>
                <a:ea typeface="Oswald"/>
                <a:cs typeface="Oswald"/>
                <a:sym typeface="Oswald"/>
              </a:defRPr>
            </a:lvl2pPr>
            <a:lvl3pPr lvl="2" rtl="0">
              <a:lnSpc>
                <a:spcPct val="100000"/>
              </a:lnSpc>
              <a:spcBef>
                <a:spcPts val="1600"/>
              </a:spcBef>
              <a:spcAft>
                <a:spcPts val="0"/>
              </a:spcAft>
              <a:buNone/>
              <a:defRPr sz="2000">
                <a:solidFill>
                  <a:schemeClr val="dk2"/>
                </a:solidFill>
                <a:latin typeface="Oswald"/>
                <a:ea typeface="Oswald"/>
                <a:cs typeface="Oswald"/>
                <a:sym typeface="Oswald"/>
              </a:defRPr>
            </a:lvl3pPr>
            <a:lvl4pPr lvl="3" rtl="0">
              <a:lnSpc>
                <a:spcPct val="100000"/>
              </a:lnSpc>
              <a:spcBef>
                <a:spcPts val="1600"/>
              </a:spcBef>
              <a:spcAft>
                <a:spcPts val="0"/>
              </a:spcAft>
              <a:buNone/>
              <a:defRPr sz="2000">
                <a:solidFill>
                  <a:schemeClr val="dk2"/>
                </a:solidFill>
                <a:latin typeface="Oswald"/>
                <a:ea typeface="Oswald"/>
                <a:cs typeface="Oswald"/>
                <a:sym typeface="Oswald"/>
              </a:defRPr>
            </a:lvl4pPr>
            <a:lvl5pPr lvl="4" rtl="0">
              <a:lnSpc>
                <a:spcPct val="100000"/>
              </a:lnSpc>
              <a:spcBef>
                <a:spcPts val="1600"/>
              </a:spcBef>
              <a:spcAft>
                <a:spcPts val="0"/>
              </a:spcAft>
              <a:buNone/>
              <a:defRPr sz="2000">
                <a:solidFill>
                  <a:schemeClr val="dk2"/>
                </a:solidFill>
                <a:latin typeface="Oswald"/>
                <a:ea typeface="Oswald"/>
                <a:cs typeface="Oswald"/>
                <a:sym typeface="Oswald"/>
              </a:defRPr>
            </a:lvl5pPr>
            <a:lvl6pPr lvl="5" rtl="0">
              <a:lnSpc>
                <a:spcPct val="100000"/>
              </a:lnSpc>
              <a:spcBef>
                <a:spcPts val="1600"/>
              </a:spcBef>
              <a:spcAft>
                <a:spcPts val="0"/>
              </a:spcAft>
              <a:buNone/>
              <a:defRPr sz="2000">
                <a:solidFill>
                  <a:schemeClr val="dk2"/>
                </a:solidFill>
                <a:latin typeface="Oswald"/>
                <a:ea typeface="Oswald"/>
                <a:cs typeface="Oswald"/>
                <a:sym typeface="Oswald"/>
              </a:defRPr>
            </a:lvl6pPr>
            <a:lvl7pPr lvl="6" rtl="0">
              <a:lnSpc>
                <a:spcPct val="100000"/>
              </a:lnSpc>
              <a:spcBef>
                <a:spcPts val="1600"/>
              </a:spcBef>
              <a:spcAft>
                <a:spcPts val="0"/>
              </a:spcAft>
              <a:buNone/>
              <a:defRPr sz="2000">
                <a:solidFill>
                  <a:schemeClr val="dk2"/>
                </a:solidFill>
                <a:latin typeface="Oswald"/>
                <a:ea typeface="Oswald"/>
                <a:cs typeface="Oswald"/>
                <a:sym typeface="Oswald"/>
              </a:defRPr>
            </a:lvl7pPr>
            <a:lvl8pPr lvl="7" rtl="0">
              <a:lnSpc>
                <a:spcPct val="100000"/>
              </a:lnSpc>
              <a:spcBef>
                <a:spcPts val="1600"/>
              </a:spcBef>
              <a:spcAft>
                <a:spcPts val="0"/>
              </a:spcAft>
              <a:buNone/>
              <a:defRPr sz="2000">
                <a:solidFill>
                  <a:schemeClr val="dk2"/>
                </a:solidFill>
                <a:latin typeface="Oswald"/>
                <a:ea typeface="Oswald"/>
                <a:cs typeface="Oswald"/>
                <a:sym typeface="Oswald"/>
              </a:defRPr>
            </a:lvl8pPr>
            <a:lvl9pPr lvl="8" rtl="0">
              <a:lnSpc>
                <a:spcPct val="100000"/>
              </a:lnSpc>
              <a:spcBef>
                <a:spcPts val="1600"/>
              </a:spcBef>
              <a:spcAft>
                <a:spcPts val="1600"/>
              </a:spcAft>
              <a:buNone/>
              <a:defRPr sz="2000">
                <a:solidFill>
                  <a:schemeClr val="dk2"/>
                </a:solidFill>
                <a:latin typeface="Oswald"/>
                <a:ea typeface="Oswald"/>
                <a:cs typeface="Oswald"/>
                <a:sym typeface="Oswald"/>
              </a:defRPr>
            </a:lvl9pPr>
          </a:lstStyle>
          <a:p/>
        </p:txBody>
      </p:sp>
      <p:sp>
        <p:nvSpPr>
          <p:cNvPr id="79" name="Google Shape;79;p13"/>
          <p:cNvSpPr txBox="1"/>
          <p:nvPr>
            <p:ph type="subTitle" idx="3"/>
          </p:nvPr>
        </p:nvSpPr>
        <p:spPr>
          <a:xfrm>
            <a:off x="5675376" y="1077600"/>
            <a:ext cx="2586300" cy="704700"/>
          </a:xfrm>
          <a:prstGeom prst="rect">
            <a:avLst/>
          </a:prstGeom>
          <a:noFill/>
        </p:spPr>
        <p:txBody>
          <a:bodyPr spcFirstLastPara="1" wrap="square" lIns="91425" tIns="91425" rIns="91425" bIns="91425" anchor="ctr" anchorCtr="0">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p:txBody>
      </p:sp>
      <p:sp>
        <p:nvSpPr>
          <p:cNvPr id="80" name="Google Shape;80;p13"/>
          <p:cNvSpPr txBox="1"/>
          <p:nvPr>
            <p:ph type="title" idx="4" hasCustomPrompt="1"/>
          </p:nvPr>
        </p:nvSpPr>
        <p:spPr>
          <a:xfrm>
            <a:off x="4495800" y="2232839"/>
            <a:ext cx="1113300" cy="747600"/>
          </a:xfrm>
          <a:prstGeom prst="rect">
            <a:avLst/>
          </a:prstGeom>
          <a:noFill/>
        </p:spPr>
        <p:txBody>
          <a:bodyPr spcFirstLastPara="1" wrap="square" lIns="91425" tIns="91425" rIns="91425" bIns="91425" anchor="ctr" anchorCtr="0">
            <a:noAutofit/>
          </a:bodyPr>
          <a:lstStyle>
            <a:lvl1pPr lvl="0" algn="ctr" rtl="0">
              <a:lnSpc>
                <a:spcPct val="100000"/>
              </a:lnSpc>
              <a:spcBef>
                <a:spcPts val="0"/>
              </a:spcBef>
              <a:spcAft>
                <a:spcPts val="0"/>
              </a:spcAft>
              <a:buSzPts val="6800"/>
              <a:buNone/>
              <a:defRPr sz="6800"/>
            </a:lvl1pPr>
            <a:lvl2pPr lvl="1" algn="ctr" rtl="0">
              <a:lnSpc>
                <a:spcPct val="100000"/>
              </a:lnSpc>
              <a:spcBef>
                <a:spcPts val="0"/>
              </a:spcBef>
              <a:spcAft>
                <a:spcPts val="0"/>
              </a:spcAft>
              <a:buSzPts val="6800"/>
              <a:buNone/>
              <a:defRPr sz="6800"/>
            </a:lvl2pPr>
            <a:lvl3pPr lvl="2" algn="ctr" rtl="0">
              <a:lnSpc>
                <a:spcPct val="100000"/>
              </a:lnSpc>
              <a:spcBef>
                <a:spcPts val="0"/>
              </a:spcBef>
              <a:spcAft>
                <a:spcPts val="0"/>
              </a:spcAft>
              <a:buSzPts val="6800"/>
              <a:buNone/>
              <a:defRPr sz="6800"/>
            </a:lvl3pPr>
            <a:lvl4pPr lvl="3" algn="ctr" rtl="0">
              <a:lnSpc>
                <a:spcPct val="100000"/>
              </a:lnSpc>
              <a:spcBef>
                <a:spcPts val="0"/>
              </a:spcBef>
              <a:spcAft>
                <a:spcPts val="0"/>
              </a:spcAft>
              <a:buSzPts val="6800"/>
              <a:buNone/>
              <a:defRPr sz="6800"/>
            </a:lvl4pPr>
            <a:lvl5pPr lvl="4" algn="ctr" rtl="0">
              <a:lnSpc>
                <a:spcPct val="100000"/>
              </a:lnSpc>
              <a:spcBef>
                <a:spcPts val="0"/>
              </a:spcBef>
              <a:spcAft>
                <a:spcPts val="0"/>
              </a:spcAft>
              <a:buSzPts val="6800"/>
              <a:buNone/>
              <a:defRPr sz="6800"/>
            </a:lvl5pPr>
            <a:lvl6pPr lvl="5" algn="ctr" rtl="0">
              <a:lnSpc>
                <a:spcPct val="100000"/>
              </a:lnSpc>
              <a:spcBef>
                <a:spcPts val="0"/>
              </a:spcBef>
              <a:spcAft>
                <a:spcPts val="0"/>
              </a:spcAft>
              <a:buSzPts val="6800"/>
              <a:buNone/>
              <a:defRPr sz="6800"/>
            </a:lvl6pPr>
            <a:lvl7pPr lvl="6" algn="ctr" rtl="0">
              <a:lnSpc>
                <a:spcPct val="100000"/>
              </a:lnSpc>
              <a:spcBef>
                <a:spcPts val="0"/>
              </a:spcBef>
              <a:spcAft>
                <a:spcPts val="0"/>
              </a:spcAft>
              <a:buSzPts val="6800"/>
              <a:buNone/>
              <a:defRPr sz="6800"/>
            </a:lvl7pPr>
            <a:lvl8pPr lvl="7" algn="ctr" rtl="0">
              <a:lnSpc>
                <a:spcPct val="100000"/>
              </a:lnSpc>
              <a:spcBef>
                <a:spcPts val="0"/>
              </a:spcBef>
              <a:spcAft>
                <a:spcPts val="0"/>
              </a:spcAft>
              <a:buSzPts val="6800"/>
              <a:buNone/>
              <a:defRPr sz="6800"/>
            </a:lvl8pPr>
            <a:lvl9pPr lvl="8" algn="ctr" rtl="0">
              <a:lnSpc>
                <a:spcPct val="100000"/>
              </a:lnSpc>
              <a:spcBef>
                <a:spcPts val="0"/>
              </a:spcBef>
              <a:spcAft>
                <a:spcPts val="0"/>
              </a:spcAft>
              <a:buSzPts val="6800"/>
              <a:buNone/>
              <a:defRPr sz="6800"/>
            </a:lvl9pPr>
          </a:lstStyle>
          <a:p>
            <a:r>
              <a:t>xx%</a:t>
            </a:r>
          </a:p>
        </p:txBody>
      </p:sp>
      <p:sp>
        <p:nvSpPr>
          <p:cNvPr id="81" name="Google Shape;81;p13"/>
          <p:cNvSpPr txBox="1"/>
          <p:nvPr>
            <p:ph type="subTitle" idx="5"/>
          </p:nvPr>
        </p:nvSpPr>
        <p:spPr>
          <a:xfrm>
            <a:off x="5675251" y="2120415"/>
            <a:ext cx="2586300" cy="404100"/>
          </a:xfrm>
          <a:prstGeom prst="rect">
            <a:avLst/>
          </a:prstGeom>
          <a:noFill/>
        </p:spPr>
        <p:txBody>
          <a:bodyPr spcFirstLastPara="1" wrap="square" lIns="91425" tIns="91425" rIns="91425" bIns="91425" anchor="ctr" anchorCtr="0">
            <a:noAutofit/>
          </a:bodyPr>
          <a:lstStyle>
            <a:lvl1pPr lvl="0" rtl="0">
              <a:lnSpc>
                <a:spcPct val="100000"/>
              </a:lnSpc>
              <a:spcBef>
                <a:spcPts val="0"/>
              </a:spcBef>
              <a:spcAft>
                <a:spcPts val="0"/>
              </a:spcAft>
              <a:buNone/>
              <a:defRPr sz="2000">
                <a:solidFill>
                  <a:schemeClr val="dk2"/>
                </a:solidFill>
                <a:latin typeface="Oswald"/>
                <a:ea typeface="Oswald"/>
                <a:cs typeface="Oswald"/>
                <a:sym typeface="Oswald"/>
              </a:defRPr>
            </a:lvl1pPr>
            <a:lvl2pPr lvl="1" rtl="0">
              <a:lnSpc>
                <a:spcPct val="100000"/>
              </a:lnSpc>
              <a:spcBef>
                <a:spcPts val="1600"/>
              </a:spcBef>
              <a:spcAft>
                <a:spcPts val="0"/>
              </a:spcAft>
              <a:buNone/>
              <a:defRPr sz="2000">
                <a:solidFill>
                  <a:schemeClr val="dk2"/>
                </a:solidFill>
                <a:latin typeface="Oswald"/>
                <a:ea typeface="Oswald"/>
                <a:cs typeface="Oswald"/>
                <a:sym typeface="Oswald"/>
              </a:defRPr>
            </a:lvl2pPr>
            <a:lvl3pPr lvl="2" rtl="0">
              <a:lnSpc>
                <a:spcPct val="100000"/>
              </a:lnSpc>
              <a:spcBef>
                <a:spcPts val="1600"/>
              </a:spcBef>
              <a:spcAft>
                <a:spcPts val="0"/>
              </a:spcAft>
              <a:buNone/>
              <a:defRPr sz="2000">
                <a:solidFill>
                  <a:schemeClr val="dk2"/>
                </a:solidFill>
                <a:latin typeface="Oswald"/>
                <a:ea typeface="Oswald"/>
                <a:cs typeface="Oswald"/>
                <a:sym typeface="Oswald"/>
              </a:defRPr>
            </a:lvl3pPr>
            <a:lvl4pPr lvl="3" rtl="0">
              <a:lnSpc>
                <a:spcPct val="100000"/>
              </a:lnSpc>
              <a:spcBef>
                <a:spcPts val="1600"/>
              </a:spcBef>
              <a:spcAft>
                <a:spcPts val="0"/>
              </a:spcAft>
              <a:buNone/>
              <a:defRPr sz="2000">
                <a:solidFill>
                  <a:schemeClr val="dk2"/>
                </a:solidFill>
                <a:latin typeface="Oswald"/>
                <a:ea typeface="Oswald"/>
                <a:cs typeface="Oswald"/>
                <a:sym typeface="Oswald"/>
              </a:defRPr>
            </a:lvl4pPr>
            <a:lvl5pPr lvl="4" rtl="0">
              <a:lnSpc>
                <a:spcPct val="100000"/>
              </a:lnSpc>
              <a:spcBef>
                <a:spcPts val="1600"/>
              </a:spcBef>
              <a:spcAft>
                <a:spcPts val="0"/>
              </a:spcAft>
              <a:buNone/>
              <a:defRPr sz="2000">
                <a:solidFill>
                  <a:schemeClr val="dk2"/>
                </a:solidFill>
                <a:latin typeface="Oswald"/>
                <a:ea typeface="Oswald"/>
                <a:cs typeface="Oswald"/>
                <a:sym typeface="Oswald"/>
              </a:defRPr>
            </a:lvl5pPr>
            <a:lvl6pPr lvl="5" rtl="0">
              <a:lnSpc>
                <a:spcPct val="100000"/>
              </a:lnSpc>
              <a:spcBef>
                <a:spcPts val="1600"/>
              </a:spcBef>
              <a:spcAft>
                <a:spcPts val="0"/>
              </a:spcAft>
              <a:buNone/>
              <a:defRPr sz="2000">
                <a:solidFill>
                  <a:schemeClr val="dk2"/>
                </a:solidFill>
                <a:latin typeface="Oswald"/>
                <a:ea typeface="Oswald"/>
                <a:cs typeface="Oswald"/>
                <a:sym typeface="Oswald"/>
              </a:defRPr>
            </a:lvl6pPr>
            <a:lvl7pPr lvl="6" rtl="0">
              <a:lnSpc>
                <a:spcPct val="100000"/>
              </a:lnSpc>
              <a:spcBef>
                <a:spcPts val="1600"/>
              </a:spcBef>
              <a:spcAft>
                <a:spcPts val="0"/>
              </a:spcAft>
              <a:buNone/>
              <a:defRPr sz="2000">
                <a:solidFill>
                  <a:schemeClr val="dk2"/>
                </a:solidFill>
                <a:latin typeface="Oswald"/>
                <a:ea typeface="Oswald"/>
                <a:cs typeface="Oswald"/>
                <a:sym typeface="Oswald"/>
              </a:defRPr>
            </a:lvl7pPr>
            <a:lvl8pPr lvl="7" rtl="0">
              <a:lnSpc>
                <a:spcPct val="100000"/>
              </a:lnSpc>
              <a:spcBef>
                <a:spcPts val="1600"/>
              </a:spcBef>
              <a:spcAft>
                <a:spcPts val="0"/>
              </a:spcAft>
              <a:buNone/>
              <a:defRPr sz="2000">
                <a:solidFill>
                  <a:schemeClr val="dk2"/>
                </a:solidFill>
                <a:latin typeface="Oswald"/>
                <a:ea typeface="Oswald"/>
                <a:cs typeface="Oswald"/>
                <a:sym typeface="Oswald"/>
              </a:defRPr>
            </a:lvl8pPr>
            <a:lvl9pPr lvl="8" rtl="0">
              <a:lnSpc>
                <a:spcPct val="100000"/>
              </a:lnSpc>
              <a:spcBef>
                <a:spcPts val="1600"/>
              </a:spcBef>
              <a:spcAft>
                <a:spcPts val="1600"/>
              </a:spcAft>
              <a:buNone/>
              <a:defRPr sz="2000">
                <a:solidFill>
                  <a:schemeClr val="dk2"/>
                </a:solidFill>
                <a:latin typeface="Oswald"/>
                <a:ea typeface="Oswald"/>
                <a:cs typeface="Oswald"/>
                <a:sym typeface="Oswald"/>
              </a:defRPr>
            </a:lvl9pPr>
          </a:lstStyle>
          <a:p/>
        </p:txBody>
      </p:sp>
      <p:sp>
        <p:nvSpPr>
          <p:cNvPr id="82" name="Google Shape;82;p13"/>
          <p:cNvSpPr txBox="1"/>
          <p:nvPr>
            <p:ph type="subTitle" idx="6"/>
          </p:nvPr>
        </p:nvSpPr>
        <p:spPr>
          <a:xfrm>
            <a:off x="5675251" y="2379463"/>
            <a:ext cx="2586300" cy="704700"/>
          </a:xfrm>
          <a:prstGeom prst="rect">
            <a:avLst/>
          </a:prstGeom>
          <a:noFill/>
        </p:spPr>
        <p:txBody>
          <a:bodyPr spcFirstLastPara="1" wrap="square" lIns="91425" tIns="91425" rIns="91425" bIns="91425" anchor="ctr" anchorCtr="0">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p:txBody>
      </p:sp>
      <p:sp>
        <p:nvSpPr>
          <p:cNvPr id="83" name="Google Shape;83;p13"/>
          <p:cNvSpPr txBox="1"/>
          <p:nvPr>
            <p:ph type="title" idx="7" hasCustomPrompt="1"/>
          </p:nvPr>
        </p:nvSpPr>
        <p:spPr>
          <a:xfrm>
            <a:off x="4495925" y="3534702"/>
            <a:ext cx="1113300" cy="747600"/>
          </a:xfrm>
          <a:prstGeom prst="rect">
            <a:avLst/>
          </a:prstGeom>
          <a:noFill/>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FFFF"/>
              </a:buClr>
              <a:buSzPts val="6800"/>
              <a:buNone/>
              <a:defRPr sz="6800">
                <a:solidFill>
                  <a:srgbClr val="FFFFFF"/>
                </a:solidFill>
              </a:defRPr>
            </a:lvl1pPr>
            <a:lvl2pPr lvl="1" algn="ctr" rtl="0">
              <a:lnSpc>
                <a:spcPct val="100000"/>
              </a:lnSpc>
              <a:spcBef>
                <a:spcPts val="0"/>
              </a:spcBef>
              <a:spcAft>
                <a:spcPts val="0"/>
              </a:spcAft>
              <a:buClr>
                <a:srgbClr val="FFFFFF"/>
              </a:buClr>
              <a:buSzPts val="6800"/>
              <a:buNone/>
              <a:defRPr sz="6800">
                <a:solidFill>
                  <a:srgbClr val="FFFFFF"/>
                </a:solidFill>
              </a:defRPr>
            </a:lvl2pPr>
            <a:lvl3pPr lvl="2" algn="ctr" rtl="0">
              <a:lnSpc>
                <a:spcPct val="100000"/>
              </a:lnSpc>
              <a:spcBef>
                <a:spcPts val="0"/>
              </a:spcBef>
              <a:spcAft>
                <a:spcPts val="0"/>
              </a:spcAft>
              <a:buClr>
                <a:srgbClr val="FFFFFF"/>
              </a:buClr>
              <a:buSzPts val="6800"/>
              <a:buNone/>
              <a:defRPr sz="6800">
                <a:solidFill>
                  <a:srgbClr val="FFFFFF"/>
                </a:solidFill>
              </a:defRPr>
            </a:lvl3pPr>
            <a:lvl4pPr lvl="3" algn="ctr" rtl="0">
              <a:lnSpc>
                <a:spcPct val="100000"/>
              </a:lnSpc>
              <a:spcBef>
                <a:spcPts val="0"/>
              </a:spcBef>
              <a:spcAft>
                <a:spcPts val="0"/>
              </a:spcAft>
              <a:buClr>
                <a:srgbClr val="FFFFFF"/>
              </a:buClr>
              <a:buSzPts val="6800"/>
              <a:buNone/>
              <a:defRPr sz="6800">
                <a:solidFill>
                  <a:srgbClr val="FFFFFF"/>
                </a:solidFill>
              </a:defRPr>
            </a:lvl4pPr>
            <a:lvl5pPr lvl="4" algn="ctr" rtl="0">
              <a:lnSpc>
                <a:spcPct val="100000"/>
              </a:lnSpc>
              <a:spcBef>
                <a:spcPts val="0"/>
              </a:spcBef>
              <a:spcAft>
                <a:spcPts val="0"/>
              </a:spcAft>
              <a:buClr>
                <a:srgbClr val="FFFFFF"/>
              </a:buClr>
              <a:buSzPts val="6800"/>
              <a:buNone/>
              <a:defRPr sz="6800">
                <a:solidFill>
                  <a:srgbClr val="FFFFFF"/>
                </a:solidFill>
              </a:defRPr>
            </a:lvl5pPr>
            <a:lvl6pPr lvl="5" algn="ctr" rtl="0">
              <a:lnSpc>
                <a:spcPct val="100000"/>
              </a:lnSpc>
              <a:spcBef>
                <a:spcPts val="0"/>
              </a:spcBef>
              <a:spcAft>
                <a:spcPts val="0"/>
              </a:spcAft>
              <a:buClr>
                <a:srgbClr val="FFFFFF"/>
              </a:buClr>
              <a:buSzPts val="6800"/>
              <a:buNone/>
              <a:defRPr sz="6800">
                <a:solidFill>
                  <a:srgbClr val="FFFFFF"/>
                </a:solidFill>
              </a:defRPr>
            </a:lvl6pPr>
            <a:lvl7pPr lvl="6" algn="ctr" rtl="0">
              <a:lnSpc>
                <a:spcPct val="100000"/>
              </a:lnSpc>
              <a:spcBef>
                <a:spcPts val="0"/>
              </a:spcBef>
              <a:spcAft>
                <a:spcPts val="0"/>
              </a:spcAft>
              <a:buClr>
                <a:srgbClr val="FFFFFF"/>
              </a:buClr>
              <a:buSzPts val="6800"/>
              <a:buNone/>
              <a:defRPr sz="6800">
                <a:solidFill>
                  <a:srgbClr val="FFFFFF"/>
                </a:solidFill>
              </a:defRPr>
            </a:lvl7pPr>
            <a:lvl8pPr lvl="7" algn="ctr" rtl="0">
              <a:lnSpc>
                <a:spcPct val="100000"/>
              </a:lnSpc>
              <a:spcBef>
                <a:spcPts val="0"/>
              </a:spcBef>
              <a:spcAft>
                <a:spcPts val="0"/>
              </a:spcAft>
              <a:buClr>
                <a:srgbClr val="FFFFFF"/>
              </a:buClr>
              <a:buSzPts val="6800"/>
              <a:buNone/>
              <a:defRPr sz="6800">
                <a:solidFill>
                  <a:srgbClr val="FFFFFF"/>
                </a:solidFill>
              </a:defRPr>
            </a:lvl8pPr>
            <a:lvl9pPr lvl="8" algn="ctr" rtl="0">
              <a:lnSpc>
                <a:spcPct val="100000"/>
              </a:lnSpc>
              <a:spcBef>
                <a:spcPts val="0"/>
              </a:spcBef>
              <a:spcAft>
                <a:spcPts val="0"/>
              </a:spcAft>
              <a:buClr>
                <a:srgbClr val="FFFFFF"/>
              </a:buClr>
              <a:buSzPts val="6800"/>
              <a:buNone/>
              <a:defRPr sz="6800">
                <a:solidFill>
                  <a:srgbClr val="FFFFFF"/>
                </a:solidFill>
              </a:defRPr>
            </a:lvl9pPr>
          </a:lstStyle>
          <a:p>
            <a:r>
              <a:t>xx%</a:t>
            </a:r>
          </a:p>
        </p:txBody>
      </p:sp>
      <p:sp>
        <p:nvSpPr>
          <p:cNvPr id="84" name="Google Shape;84;p13"/>
          <p:cNvSpPr txBox="1"/>
          <p:nvPr>
            <p:ph type="subTitle" idx="8"/>
          </p:nvPr>
        </p:nvSpPr>
        <p:spPr>
          <a:xfrm>
            <a:off x="5675376" y="3422278"/>
            <a:ext cx="2586300" cy="404100"/>
          </a:xfrm>
          <a:prstGeom prst="rect">
            <a:avLst/>
          </a:prstGeom>
          <a:noFill/>
        </p:spPr>
        <p:txBody>
          <a:bodyPr spcFirstLastPara="1" wrap="square" lIns="91425" tIns="91425" rIns="91425" bIns="91425" anchor="ctr" anchorCtr="0">
            <a:noAutofit/>
          </a:bodyPr>
          <a:lstStyle>
            <a:lvl1pPr lvl="0" rtl="0">
              <a:lnSpc>
                <a:spcPct val="100000"/>
              </a:lnSpc>
              <a:spcBef>
                <a:spcPts val="0"/>
              </a:spcBef>
              <a:spcAft>
                <a:spcPts val="0"/>
              </a:spcAft>
              <a:buNone/>
              <a:defRPr sz="2000">
                <a:solidFill>
                  <a:schemeClr val="dk2"/>
                </a:solidFill>
                <a:latin typeface="Oswald"/>
                <a:ea typeface="Oswald"/>
                <a:cs typeface="Oswald"/>
                <a:sym typeface="Oswald"/>
              </a:defRPr>
            </a:lvl1pPr>
            <a:lvl2pPr lvl="1" rtl="0">
              <a:lnSpc>
                <a:spcPct val="100000"/>
              </a:lnSpc>
              <a:spcBef>
                <a:spcPts val="1600"/>
              </a:spcBef>
              <a:spcAft>
                <a:spcPts val="0"/>
              </a:spcAft>
              <a:buNone/>
              <a:defRPr sz="2000">
                <a:solidFill>
                  <a:schemeClr val="dk2"/>
                </a:solidFill>
                <a:latin typeface="Oswald"/>
                <a:ea typeface="Oswald"/>
                <a:cs typeface="Oswald"/>
                <a:sym typeface="Oswald"/>
              </a:defRPr>
            </a:lvl2pPr>
            <a:lvl3pPr lvl="2" rtl="0">
              <a:lnSpc>
                <a:spcPct val="100000"/>
              </a:lnSpc>
              <a:spcBef>
                <a:spcPts val="1600"/>
              </a:spcBef>
              <a:spcAft>
                <a:spcPts val="0"/>
              </a:spcAft>
              <a:buNone/>
              <a:defRPr sz="2000">
                <a:solidFill>
                  <a:schemeClr val="dk2"/>
                </a:solidFill>
                <a:latin typeface="Oswald"/>
                <a:ea typeface="Oswald"/>
                <a:cs typeface="Oswald"/>
                <a:sym typeface="Oswald"/>
              </a:defRPr>
            </a:lvl3pPr>
            <a:lvl4pPr lvl="3" rtl="0">
              <a:lnSpc>
                <a:spcPct val="100000"/>
              </a:lnSpc>
              <a:spcBef>
                <a:spcPts val="1600"/>
              </a:spcBef>
              <a:spcAft>
                <a:spcPts val="0"/>
              </a:spcAft>
              <a:buNone/>
              <a:defRPr sz="2000">
                <a:solidFill>
                  <a:schemeClr val="dk2"/>
                </a:solidFill>
                <a:latin typeface="Oswald"/>
                <a:ea typeface="Oswald"/>
                <a:cs typeface="Oswald"/>
                <a:sym typeface="Oswald"/>
              </a:defRPr>
            </a:lvl4pPr>
            <a:lvl5pPr lvl="4" rtl="0">
              <a:lnSpc>
                <a:spcPct val="100000"/>
              </a:lnSpc>
              <a:spcBef>
                <a:spcPts val="1600"/>
              </a:spcBef>
              <a:spcAft>
                <a:spcPts val="0"/>
              </a:spcAft>
              <a:buNone/>
              <a:defRPr sz="2000">
                <a:solidFill>
                  <a:schemeClr val="dk2"/>
                </a:solidFill>
                <a:latin typeface="Oswald"/>
                <a:ea typeface="Oswald"/>
                <a:cs typeface="Oswald"/>
                <a:sym typeface="Oswald"/>
              </a:defRPr>
            </a:lvl5pPr>
            <a:lvl6pPr lvl="5" rtl="0">
              <a:lnSpc>
                <a:spcPct val="100000"/>
              </a:lnSpc>
              <a:spcBef>
                <a:spcPts val="1600"/>
              </a:spcBef>
              <a:spcAft>
                <a:spcPts val="0"/>
              </a:spcAft>
              <a:buNone/>
              <a:defRPr sz="2000">
                <a:solidFill>
                  <a:schemeClr val="dk2"/>
                </a:solidFill>
                <a:latin typeface="Oswald"/>
                <a:ea typeface="Oswald"/>
                <a:cs typeface="Oswald"/>
                <a:sym typeface="Oswald"/>
              </a:defRPr>
            </a:lvl6pPr>
            <a:lvl7pPr lvl="6" rtl="0">
              <a:lnSpc>
                <a:spcPct val="100000"/>
              </a:lnSpc>
              <a:spcBef>
                <a:spcPts val="1600"/>
              </a:spcBef>
              <a:spcAft>
                <a:spcPts val="0"/>
              </a:spcAft>
              <a:buNone/>
              <a:defRPr sz="2000">
                <a:solidFill>
                  <a:schemeClr val="dk2"/>
                </a:solidFill>
                <a:latin typeface="Oswald"/>
                <a:ea typeface="Oswald"/>
                <a:cs typeface="Oswald"/>
                <a:sym typeface="Oswald"/>
              </a:defRPr>
            </a:lvl7pPr>
            <a:lvl8pPr lvl="7" rtl="0">
              <a:lnSpc>
                <a:spcPct val="100000"/>
              </a:lnSpc>
              <a:spcBef>
                <a:spcPts val="1600"/>
              </a:spcBef>
              <a:spcAft>
                <a:spcPts val="0"/>
              </a:spcAft>
              <a:buNone/>
              <a:defRPr sz="2000">
                <a:solidFill>
                  <a:schemeClr val="dk2"/>
                </a:solidFill>
                <a:latin typeface="Oswald"/>
                <a:ea typeface="Oswald"/>
                <a:cs typeface="Oswald"/>
                <a:sym typeface="Oswald"/>
              </a:defRPr>
            </a:lvl8pPr>
            <a:lvl9pPr lvl="8" rtl="0">
              <a:lnSpc>
                <a:spcPct val="100000"/>
              </a:lnSpc>
              <a:spcBef>
                <a:spcPts val="1600"/>
              </a:spcBef>
              <a:spcAft>
                <a:spcPts val="1600"/>
              </a:spcAft>
              <a:buNone/>
              <a:defRPr sz="2000">
                <a:solidFill>
                  <a:schemeClr val="dk2"/>
                </a:solidFill>
                <a:latin typeface="Oswald"/>
                <a:ea typeface="Oswald"/>
                <a:cs typeface="Oswald"/>
                <a:sym typeface="Oswald"/>
              </a:defRPr>
            </a:lvl9pPr>
          </a:lstStyle>
          <a:p/>
        </p:txBody>
      </p:sp>
      <p:sp>
        <p:nvSpPr>
          <p:cNvPr id="85" name="Google Shape;85;p13"/>
          <p:cNvSpPr txBox="1"/>
          <p:nvPr>
            <p:ph type="subTitle" idx="9"/>
          </p:nvPr>
        </p:nvSpPr>
        <p:spPr>
          <a:xfrm>
            <a:off x="5675376" y="3681326"/>
            <a:ext cx="2586300" cy="704700"/>
          </a:xfrm>
          <a:prstGeom prst="rect">
            <a:avLst/>
          </a:prstGeom>
          <a:noFill/>
        </p:spPr>
        <p:txBody>
          <a:bodyPr spcFirstLastPara="1" wrap="square" lIns="91425" tIns="91425" rIns="91425" bIns="91425" anchor="ctr" anchorCtr="0">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list">
  <p:cSld name="CUSTOM_1">
    <p:spTree>
      <p:nvGrpSpPr>
        <p:cNvPr id="86" name="Shape 86"/>
        <p:cNvGrpSpPr/>
        <p:nvPr/>
      </p:nvGrpSpPr>
      <p:grpSpPr>
        <a:xfrm>
          <a:off x="0" y="0"/>
          <a:ext cx="0" cy="0"/>
          <a:chOff x="0" y="0"/>
          <a:chExt cx="0" cy="0"/>
        </a:xfrm>
      </p:grpSpPr>
      <p:pic>
        <p:nvPicPr>
          <p:cNvPr id="87" name="Google Shape;87;p14"/>
          <p:cNvPicPr preferRelativeResize="0"/>
          <p:nvPr/>
        </p:nvPicPr>
        <p:blipFill>
          <a:blip r:embed="rId2"/>
          <a:stretch>
            <a:fillRect/>
          </a:stretch>
        </p:blipFill>
        <p:spPr>
          <a:xfrm>
            <a:off x="0" y="2"/>
            <a:ext cx="9144048" cy="5143500"/>
          </a:xfrm>
          <a:prstGeom prst="rect">
            <a:avLst/>
          </a:prstGeom>
          <a:noFill/>
          <a:ln>
            <a:noFill/>
          </a:ln>
        </p:spPr>
      </p:pic>
      <p:pic>
        <p:nvPicPr>
          <p:cNvPr id="88" name="Google Shape;88;p14"/>
          <p:cNvPicPr preferRelativeResize="0"/>
          <p:nvPr/>
        </p:nvPicPr>
        <p:blipFill rotWithShape="1">
          <a:blip r:embed="rId3"/>
          <a:srcRect l="39564" t="39700" r="40237" b="40526"/>
          <a:stretch>
            <a:fillRect/>
          </a:stretch>
        </p:blipFill>
        <p:spPr>
          <a:xfrm rot="1419922">
            <a:off x="6067442" y="4489714"/>
            <a:ext cx="384161" cy="376051"/>
          </a:xfrm>
          <a:prstGeom prst="rect">
            <a:avLst/>
          </a:prstGeom>
          <a:noFill/>
          <a:ln>
            <a:noFill/>
          </a:ln>
        </p:spPr>
      </p:pic>
      <p:pic>
        <p:nvPicPr>
          <p:cNvPr id="89" name="Google Shape;89;p14"/>
          <p:cNvPicPr preferRelativeResize="0"/>
          <p:nvPr/>
        </p:nvPicPr>
        <p:blipFill rotWithShape="1">
          <a:blip r:embed="rId4"/>
          <a:srcRect l="47848" t="19643" r="20623" b="20687"/>
          <a:stretch>
            <a:fillRect/>
          </a:stretch>
        </p:blipFill>
        <p:spPr>
          <a:xfrm>
            <a:off x="0" y="4244775"/>
            <a:ext cx="463926" cy="877974"/>
          </a:xfrm>
          <a:prstGeom prst="rect">
            <a:avLst/>
          </a:prstGeom>
          <a:noFill/>
          <a:ln>
            <a:noFill/>
          </a:ln>
        </p:spPr>
      </p:pic>
      <p:sp>
        <p:nvSpPr>
          <p:cNvPr id="90" name="Google Shape;90;p14"/>
          <p:cNvSpPr txBox="1"/>
          <p:nvPr>
            <p:ph type="body" idx="1"/>
          </p:nvPr>
        </p:nvSpPr>
        <p:spPr>
          <a:xfrm>
            <a:off x="713225" y="1288464"/>
            <a:ext cx="4650300" cy="3056400"/>
          </a:xfrm>
          <a:prstGeom prst="rect">
            <a:avLst/>
          </a:prstGeom>
        </p:spPr>
        <p:txBody>
          <a:bodyPr spcFirstLastPara="1" wrap="square" lIns="91425" tIns="91425" rIns="91425" bIns="91425" anchor="t" anchorCtr="0">
            <a:noAutofit/>
          </a:bodyPr>
          <a:lstStyle>
            <a:lvl1pPr marL="457200" lvl="0" indent="-330200" rtl="0">
              <a:spcBef>
                <a:spcPts val="0"/>
              </a:spcBef>
              <a:spcAft>
                <a:spcPts val="0"/>
              </a:spcAft>
              <a:buClr>
                <a:schemeClr val="dk2"/>
              </a:buClr>
              <a:buSzPts val="1600"/>
              <a:buFont typeface="Nunito"/>
              <a:buChar char="●"/>
              <a:defRPr sz="1600">
                <a:solidFill>
                  <a:schemeClr val="lt1"/>
                </a:solidFill>
                <a:latin typeface="Nunito"/>
                <a:ea typeface="Nunito"/>
                <a:cs typeface="Nunito"/>
                <a:sym typeface="Nunito"/>
              </a:defRPr>
            </a:lvl1pPr>
            <a:lvl2pPr marL="914400" lvl="1" indent="-330200" rtl="0">
              <a:spcBef>
                <a:spcPts val="0"/>
              </a:spcBef>
              <a:spcAft>
                <a:spcPts val="0"/>
              </a:spcAft>
              <a:buClr>
                <a:schemeClr val="lt1"/>
              </a:buClr>
              <a:buSzPts val="1600"/>
              <a:buFont typeface="Nunito"/>
              <a:buChar char="○"/>
              <a:defRPr sz="1600">
                <a:solidFill>
                  <a:schemeClr val="lt1"/>
                </a:solidFill>
                <a:latin typeface="Nunito"/>
                <a:ea typeface="Nunito"/>
                <a:cs typeface="Nunito"/>
                <a:sym typeface="Nunito"/>
              </a:defRPr>
            </a:lvl2pPr>
            <a:lvl3pPr marL="1371600" lvl="2" indent="-330200" rtl="0">
              <a:spcBef>
                <a:spcPts val="0"/>
              </a:spcBef>
              <a:spcAft>
                <a:spcPts val="0"/>
              </a:spcAft>
              <a:buClr>
                <a:schemeClr val="lt1"/>
              </a:buClr>
              <a:buSzPts val="1600"/>
              <a:buFont typeface="Nunito"/>
              <a:buChar char="■"/>
              <a:defRPr sz="1600">
                <a:solidFill>
                  <a:schemeClr val="lt1"/>
                </a:solidFill>
                <a:latin typeface="Nunito"/>
                <a:ea typeface="Nunito"/>
                <a:cs typeface="Nunito"/>
                <a:sym typeface="Nunito"/>
              </a:defRPr>
            </a:lvl3pPr>
            <a:lvl4pPr marL="1828800" lvl="3" indent="-330200" rtl="0">
              <a:spcBef>
                <a:spcPts val="0"/>
              </a:spcBef>
              <a:spcAft>
                <a:spcPts val="0"/>
              </a:spcAft>
              <a:buClr>
                <a:schemeClr val="lt1"/>
              </a:buClr>
              <a:buSzPts val="1600"/>
              <a:buFont typeface="Nunito"/>
              <a:buChar char="●"/>
              <a:defRPr sz="1600">
                <a:solidFill>
                  <a:schemeClr val="lt1"/>
                </a:solidFill>
                <a:latin typeface="Nunito"/>
                <a:ea typeface="Nunito"/>
                <a:cs typeface="Nunito"/>
                <a:sym typeface="Nunito"/>
              </a:defRPr>
            </a:lvl4pPr>
            <a:lvl5pPr marL="2286000" lvl="4" indent="-330200" rtl="0">
              <a:spcBef>
                <a:spcPts val="0"/>
              </a:spcBef>
              <a:spcAft>
                <a:spcPts val="0"/>
              </a:spcAft>
              <a:buClr>
                <a:schemeClr val="lt1"/>
              </a:buClr>
              <a:buSzPts val="1600"/>
              <a:buFont typeface="Nunito"/>
              <a:buChar char="○"/>
              <a:defRPr sz="1600">
                <a:solidFill>
                  <a:schemeClr val="lt1"/>
                </a:solidFill>
                <a:latin typeface="Nunito"/>
                <a:ea typeface="Nunito"/>
                <a:cs typeface="Nunito"/>
                <a:sym typeface="Nunito"/>
              </a:defRPr>
            </a:lvl5pPr>
            <a:lvl6pPr marL="2743200" lvl="5" indent="-330200" rtl="0">
              <a:spcBef>
                <a:spcPts val="0"/>
              </a:spcBef>
              <a:spcAft>
                <a:spcPts val="0"/>
              </a:spcAft>
              <a:buClr>
                <a:schemeClr val="lt1"/>
              </a:buClr>
              <a:buSzPts val="1600"/>
              <a:buFont typeface="Nunito"/>
              <a:buChar char="■"/>
              <a:defRPr sz="1600">
                <a:solidFill>
                  <a:schemeClr val="lt1"/>
                </a:solidFill>
                <a:latin typeface="Nunito"/>
                <a:ea typeface="Nunito"/>
                <a:cs typeface="Nunito"/>
                <a:sym typeface="Nunito"/>
              </a:defRPr>
            </a:lvl6pPr>
            <a:lvl7pPr marL="3200400" lvl="6" indent="-330200" rtl="0">
              <a:spcBef>
                <a:spcPts val="0"/>
              </a:spcBef>
              <a:spcAft>
                <a:spcPts val="0"/>
              </a:spcAft>
              <a:buClr>
                <a:schemeClr val="lt1"/>
              </a:buClr>
              <a:buSzPts val="1600"/>
              <a:buFont typeface="Nunito"/>
              <a:buChar char="●"/>
              <a:defRPr sz="1600">
                <a:solidFill>
                  <a:schemeClr val="lt1"/>
                </a:solidFill>
                <a:latin typeface="Nunito"/>
                <a:ea typeface="Nunito"/>
                <a:cs typeface="Nunito"/>
                <a:sym typeface="Nunito"/>
              </a:defRPr>
            </a:lvl7pPr>
            <a:lvl8pPr marL="3657600" lvl="7" indent="-330200" rtl="0">
              <a:spcBef>
                <a:spcPts val="0"/>
              </a:spcBef>
              <a:spcAft>
                <a:spcPts val="0"/>
              </a:spcAft>
              <a:buClr>
                <a:schemeClr val="lt1"/>
              </a:buClr>
              <a:buSzPts val="1600"/>
              <a:buFont typeface="Nunito"/>
              <a:buChar char="○"/>
              <a:defRPr sz="1600">
                <a:solidFill>
                  <a:schemeClr val="lt1"/>
                </a:solidFill>
                <a:latin typeface="Nunito"/>
                <a:ea typeface="Nunito"/>
                <a:cs typeface="Nunito"/>
                <a:sym typeface="Nunito"/>
              </a:defRPr>
            </a:lvl8pPr>
            <a:lvl9pPr marL="4114800" lvl="8" indent="-330200" rtl="0">
              <a:spcBef>
                <a:spcPts val="0"/>
              </a:spcBef>
              <a:spcAft>
                <a:spcPts val="0"/>
              </a:spcAft>
              <a:buClr>
                <a:schemeClr val="lt1"/>
              </a:buClr>
              <a:buSzPts val="1600"/>
              <a:buFont typeface="Nunito"/>
              <a:buChar char="■"/>
              <a:defRPr sz="1600">
                <a:solidFill>
                  <a:schemeClr val="lt1"/>
                </a:solidFill>
                <a:latin typeface="Nunito"/>
                <a:ea typeface="Nunito"/>
                <a:cs typeface="Nunito"/>
                <a:sym typeface="Nunito"/>
              </a:defRPr>
            </a:lvl9pPr>
          </a:lstStyle>
          <a:p/>
        </p:txBody>
      </p:sp>
      <p:sp>
        <p:nvSpPr>
          <p:cNvPr id="91" name="Google Shape;91;p14"/>
          <p:cNvSpPr txBox="1"/>
          <p:nvPr>
            <p:ph type="title"/>
          </p:nvPr>
        </p:nvSpPr>
        <p:spPr>
          <a:xfrm>
            <a:off x="713225" y="445800"/>
            <a:ext cx="4650300" cy="5760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a:lvl1pPr>
            <a:lvl2pPr lvl="1" algn="l"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2pPr>
            <a:lvl3pPr lvl="2" algn="l"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3pPr>
            <a:lvl4pPr lvl="3" algn="l"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4pPr>
            <a:lvl5pPr lvl="4" algn="l"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5pPr>
            <a:lvl6pPr lvl="5" algn="l"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6pPr>
            <a:lvl7pPr lvl="6" algn="l"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7pPr>
            <a:lvl8pPr lvl="7" algn="l"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8pPr>
            <a:lvl9pPr lvl="8" algn="l"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2">
  <p:cSld name="CUSTOM_3">
    <p:spTree>
      <p:nvGrpSpPr>
        <p:cNvPr id="92" name="Shape 92"/>
        <p:cNvGrpSpPr/>
        <p:nvPr/>
      </p:nvGrpSpPr>
      <p:grpSpPr>
        <a:xfrm>
          <a:off x="0" y="0"/>
          <a:ext cx="0" cy="0"/>
          <a:chOff x="0" y="0"/>
          <a:chExt cx="0" cy="0"/>
        </a:xfrm>
      </p:grpSpPr>
      <p:pic>
        <p:nvPicPr>
          <p:cNvPr id="93" name="Google Shape;93;p15"/>
          <p:cNvPicPr preferRelativeResize="0"/>
          <p:nvPr/>
        </p:nvPicPr>
        <p:blipFill>
          <a:blip r:embed="rId2"/>
          <a:stretch>
            <a:fillRect/>
          </a:stretch>
        </p:blipFill>
        <p:spPr>
          <a:xfrm>
            <a:off x="0" y="0"/>
            <a:ext cx="9144000" cy="5143507"/>
          </a:xfrm>
          <a:prstGeom prst="rect">
            <a:avLst/>
          </a:prstGeom>
          <a:noFill/>
          <a:ln>
            <a:noFill/>
          </a:ln>
        </p:spPr>
      </p:pic>
      <p:pic>
        <p:nvPicPr>
          <p:cNvPr id="94" name="Google Shape;94;p15"/>
          <p:cNvPicPr preferRelativeResize="0"/>
          <p:nvPr/>
        </p:nvPicPr>
        <p:blipFill rotWithShape="1">
          <a:blip r:embed="rId3"/>
          <a:srcRect l="8259" t="11017" r="7288" b="12418"/>
          <a:stretch>
            <a:fillRect/>
          </a:stretch>
        </p:blipFill>
        <p:spPr>
          <a:xfrm>
            <a:off x="7580250" y="3709175"/>
            <a:ext cx="1442526" cy="1307799"/>
          </a:xfrm>
          <a:prstGeom prst="rect">
            <a:avLst/>
          </a:prstGeom>
          <a:noFill/>
          <a:ln>
            <a:noFill/>
          </a:ln>
        </p:spPr>
      </p:pic>
      <p:pic>
        <p:nvPicPr>
          <p:cNvPr id="95" name="Google Shape;95;p15"/>
          <p:cNvPicPr preferRelativeResize="0"/>
          <p:nvPr/>
        </p:nvPicPr>
        <p:blipFill rotWithShape="1">
          <a:blip r:embed="rId4"/>
          <a:srcRect l="28010" t="23219" r="22379" b="27978"/>
          <a:stretch>
            <a:fillRect/>
          </a:stretch>
        </p:blipFill>
        <p:spPr>
          <a:xfrm>
            <a:off x="421875" y="3882350"/>
            <a:ext cx="725499" cy="713625"/>
          </a:xfrm>
          <a:prstGeom prst="rect">
            <a:avLst/>
          </a:prstGeom>
          <a:noFill/>
          <a:ln>
            <a:noFill/>
          </a:ln>
        </p:spPr>
      </p:pic>
      <p:pic>
        <p:nvPicPr>
          <p:cNvPr id="96" name="Google Shape;96;p15"/>
          <p:cNvPicPr preferRelativeResize="0"/>
          <p:nvPr/>
        </p:nvPicPr>
        <p:blipFill rotWithShape="1">
          <a:blip r:embed="rId5"/>
          <a:srcRect l="25521" t="15361" r="20154" b="22645"/>
          <a:stretch>
            <a:fillRect/>
          </a:stretch>
        </p:blipFill>
        <p:spPr>
          <a:xfrm>
            <a:off x="606275" y="1708075"/>
            <a:ext cx="356700" cy="407049"/>
          </a:xfrm>
          <a:prstGeom prst="rect">
            <a:avLst/>
          </a:prstGeom>
          <a:noFill/>
          <a:ln>
            <a:noFill/>
          </a:ln>
        </p:spPr>
      </p:pic>
      <p:pic>
        <p:nvPicPr>
          <p:cNvPr id="97" name="Google Shape;97;p15"/>
          <p:cNvPicPr preferRelativeResize="0"/>
          <p:nvPr/>
        </p:nvPicPr>
        <p:blipFill rotWithShape="1">
          <a:blip r:embed="rId6"/>
          <a:srcRect l="39564" t="39700" r="40237" b="40526"/>
          <a:stretch>
            <a:fillRect/>
          </a:stretch>
        </p:blipFill>
        <p:spPr>
          <a:xfrm rot="1419886">
            <a:off x="8196754" y="870865"/>
            <a:ext cx="525543" cy="514444"/>
          </a:xfrm>
          <a:prstGeom prst="rect">
            <a:avLst/>
          </a:prstGeom>
          <a:noFill/>
          <a:ln>
            <a:noFill/>
          </a:ln>
        </p:spPr>
      </p:pic>
      <p:sp>
        <p:nvSpPr>
          <p:cNvPr id="98" name="Google Shape;98;p15"/>
          <p:cNvSpPr txBox="1"/>
          <p:nvPr>
            <p:ph type="title"/>
          </p:nvPr>
        </p:nvSpPr>
        <p:spPr>
          <a:xfrm>
            <a:off x="720000" y="445806"/>
            <a:ext cx="77040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2pPr>
            <a:lvl3pPr lvl="2"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3pPr>
            <a:lvl4pPr lvl="3"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4pPr>
            <a:lvl5pPr lvl="4"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5pPr>
            <a:lvl6pPr lvl="5"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6pPr>
            <a:lvl7pPr lvl="6"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7pPr>
            <a:lvl8pPr lvl="7"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8pPr>
            <a:lvl9pPr lvl="8"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3">
  <p:cSld name="CUSTOM_3_1">
    <p:spTree>
      <p:nvGrpSpPr>
        <p:cNvPr id="99" name="Shape 99"/>
        <p:cNvGrpSpPr/>
        <p:nvPr/>
      </p:nvGrpSpPr>
      <p:grpSpPr>
        <a:xfrm>
          <a:off x="0" y="0"/>
          <a:ext cx="0" cy="0"/>
          <a:chOff x="0" y="0"/>
          <a:chExt cx="0" cy="0"/>
        </a:xfrm>
      </p:grpSpPr>
      <p:pic>
        <p:nvPicPr>
          <p:cNvPr id="100" name="Google Shape;100;p16"/>
          <p:cNvPicPr preferRelativeResize="0"/>
          <p:nvPr/>
        </p:nvPicPr>
        <p:blipFill>
          <a:blip r:embed="rId2"/>
          <a:stretch>
            <a:fillRect/>
          </a:stretch>
        </p:blipFill>
        <p:spPr>
          <a:xfrm>
            <a:off x="0" y="2"/>
            <a:ext cx="9144048" cy="5143500"/>
          </a:xfrm>
          <a:prstGeom prst="rect">
            <a:avLst/>
          </a:prstGeom>
          <a:noFill/>
          <a:ln>
            <a:noFill/>
          </a:ln>
        </p:spPr>
      </p:pic>
      <p:pic>
        <p:nvPicPr>
          <p:cNvPr id="101" name="Google Shape;101;p16"/>
          <p:cNvPicPr preferRelativeResize="0"/>
          <p:nvPr/>
        </p:nvPicPr>
        <p:blipFill rotWithShape="1">
          <a:blip r:embed="rId3"/>
          <a:srcRect l="39564" t="39700" r="40237" b="40526"/>
          <a:stretch>
            <a:fillRect/>
          </a:stretch>
        </p:blipFill>
        <p:spPr>
          <a:xfrm rot="1419922">
            <a:off x="8623492" y="4091639"/>
            <a:ext cx="384161" cy="376051"/>
          </a:xfrm>
          <a:prstGeom prst="rect">
            <a:avLst/>
          </a:prstGeom>
          <a:noFill/>
          <a:ln>
            <a:noFill/>
          </a:ln>
        </p:spPr>
      </p:pic>
      <p:pic>
        <p:nvPicPr>
          <p:cNvPr id="102" name="Google Shape;102;p16"/>
          <p:cNvPicPr preferRelativeResize="0"/>
          <p:nvPr/>
        </p:nvPicPr>
        <p:blipFill rotWithShape="1">
          <a:blip r:embed="rId4"/>
          <a:srcRect l="47848" t="19643" r="20623" b="20687"/>
          <a:stretch>
            <a:fillRect/>
          </a:stretch>
        </p:blipFill>
        <p:spPr>
          <a:xfrm>
            <a:off x="0" y="4244775"/>
            <a:ext cx="463926" cy="877974"/>
          </a:xfrm>
          <a:prstGeom prst="rect">
            <a:avLst/>
          </a:prstGeom>
          <a:noFill/>
          <a:ln>
            <a:noFill/>
          </a:ln>
        </p:spPr>
      </p:pic>
      <p:sp>
        <p:nvSpPr>
          <p:cNvPr id="103" name="Google Shape;103;p16"/>
          <p:cNvSpPr txBox="1"/>
          <p:nvPr>
            <p:ph type="title"/>
          </p:nvPr>
        </p:nvSpPr>
        <p:spPr>
          <a:xfrm>
            <a:off x="720000" y="445800"/>
            <a:ext cx="7704000" cy="576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2pPr>
            <a:lvl3pPr lvl="2"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3pPr>
            <a:lvl4pPr lvl="3"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4pPr>
            <a:lvl5pPr lvl="4"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5pPr>
            <a:lvl6pPr lvl="5"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6pPr>
            <a:lvl7pPr lvl="6"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7pPr>
            <a:lvl8pPr lvl="7"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8pPr>
            <a:lvl9pPr lvl="8"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four columns">
  <p:cSld name="CUSTOM_3_1_4">
    <p:spTree>
      <p:nvGrpSpPr>
        <p:cNvPr id="104" name="Shape 104"/>
        <p:cNvGrpSpPr/>
        <p:nvPr/>
      </p:nvGrpSpPr>
      <p:grpSpPr>
        <a:xfrm>
          <a:off x="0" y="0"/>
          <a:ext cx="0" cy="0"/>
          <a:chOff x="0" y="0"/>
          <a:chExt cx="0" cy="0"/>
        </a:xfrm>
      </p:grpSpPr>
      <p:pic>
        <p:nvPicPr>
          <p:cNvPr id="105" name="Google Shape;105;p17"/>
          <p:cNvPicPr preferRelativeResize="0"/>
          <p:nvPr/>
        </p:nvPicPr>
        <p:blipFill>
          <a:blip r:embed="rId2"/>
          <a:stretch>
            <a:fillRect/>
          </a:stretch>
        </p:blipFill>
        <p:spPr>
          <a:xfrm>
            <a:off x="0" y="0"/>
            <a:ext cx="9144000" cy="5143507"/>
          </a:xfrm>
          <a:prstGeom prst="rect">
            <a:avLst/>
          </a:prstGeom>
          <a:noFill/>
          <a:ln>
            <a:noFill/>
          </a:ln>
        </p:spPr>
      </p:pic>
      <p:sp>
        <p:nvSpPr>
          <p:cNvPr id="106" name="Google Shape;106;p17"/>
          <p:cNvSpPr txBox="1"/>
          <p:nvPr>
            <p:ph type="title"/>
          </p:nvPr>
        </p:nvSpPr>
        <p:spPr>
          <a:xfrm>
            <a:off x="720000" y="445806"/>
            <a:ext cx="77040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2pPr>
            <a:lvl3pPr lvl="2"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3pPr>
            <a:lvl4pPr lvl="3"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4pPr>
            <a:lvl5pPr lvl="4"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5pPr>
            <a:lvl6pPr lvl="5"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6pPr>
            <a:lvl7pPr lvl="6"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7pPr>
            <a:lvl8pPr lvl="7"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8pPr>
            <a:lvl9pPr lvl="8"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9pPr>
          </a:lstStyle>
          <a:p/>
        </p:txBody>
      </p:sp>
      <p:pic>
        <p:nvPicPr>
          <p:cNvPr id="107" name="Google Shape;107;p17"/>
          <p:cNvPicPr preferRelativeResize="0"/>
          <p:nvPr/>
        </p:nvPicPr>
        <p:blipFill rotWithShape="1">
          <a:blip r:embed="rId3"/>
          <a:srcRect l="28010" t="23219" r="22379" b="27978"/>
          <a:stretch>
            <a:fillRect/>
          </a:stretch>
        </p:blipFill>
        <p:spPr>
          <a:xfrm>
            <a:off x="233325" y="377000"/>
            <a:ext cx="725499" cy="713625"/>
          </a:xfrm>
          <a:prstGeom prst="rect">
            <a:avLst/>
          </a:prstGeom>
          <a:noFill/>
          <a:ln>
            <a:noFill/>
          </a:ln>
        </p:spPr>
      </p:pic>
      <p:pic>
        <p:nvPicPr>
          <p:cNvPr id="108" name="Google Shape;108;p17"/>
          <p:cNvPicPr preferRelativeResize="0"/>
          <p:nvPr/>
        </p:nvPicPr>
        <p:blipFill rotWithShape="1">
          <a:blip r:embed="rId4"/>
          <a:srcRect l="25521" t="15361" r="20154" b="22645"/>
          <a:stretch>
            <a:fillRect/>
          </a:stretch>
        </p:blipFill>
        <p:spPr>
          <a:xfrm>
            <a:off x="8838300" y="1582375"/>
            <a:ext cx="625353" cy="713625"/>
          </a:xfrm>
          <a:prstGeom prst="rect">
            <a:avLst/>
          </a:prstGeom>
          <a:noFill/>
          <a:ln>
            <a:noFill/>
          </a:ln>
        </p:spPr>
      </p:pic>
      <p:sp>
        <p:nvSpPr>
          <p:cNvPr id="109" name="Google Shape;109;p17"/>
          <p:cNvSpPr txBox="1"/>
          <p:nvPr>
            <p:ph type="subTitle" idx="1"/>
          </p:nvPr>
        </p:nvSpPr>
        <p:spPr>
          <a:xfrm>
            <a:off x="1919175" y="1741879"/>
            <a:ext cx="2270400" cy="37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000">
                <a:solidFill>
                  <a:schemeClr val="dk2"/>
                </a:solidFill>
                <a:latin typeface="Oswald"/>
                <a:ea typeface="Oswald"/>
                <a:cs typeface="Oswald"/>
                <a:sym typeface="Oswald"/>
              </a:defRPr>
            </a:lvl1pPr>
            <a:lvl2pPr lvl="1" rtl="0">
              <a:lnSpc>
                <a:spcPct val="100000"/>
              </a:lnSpc>
              <a:spcBef>
                <a:spcPts val="0"/>
              </a:spcBef>
              <a:spcAft>
                <a:spcPts val="0"/>
              </a:spcAft>
              <a:buNone/>
              <a:defRPr sz="2000">
                <a:solidFill>
                  <a:schemeClr val="dk2"/>
                </a:solidFill>
                <a:latin typeface="Oswald"/>
                <a:ea typeface="Oswald"/>
                <a:cs typeface="Oswald"/>
                <a:sym typeface="Oswald"/>
              </a:defRPr>
            </a:lvl2pPr>
            <a:lvl3pPr lvl="2" rtl="0">
              <a:lnSpc>
                <a:spcPct val="100000"/>
              </a:lnSpc>
              <a:spcBef>
                <a:spcPts val="0"/>
              </a:spcBef>
              <a:spcAft>
                <a:spcPts val="0"/>
              </a:spcAft>
              <a:buNone/>
              <a:defRPr sz="2000">
                <a:solidFill>
                  <a:schemeClr val="dk2"/>
                </a:solidFill>
                <a:latin typeface="Oswald"/>
                <a:ea typeface="Oswald"/>
                <a:cs typeface="Oswald"/>
                <a:sym typeface="Oswald"/>
              </a:defRPr>
            </a:lvl3pPr>
            <a:lvl4pPr lvl="3" rtl="0">
              <a:lnSpc>
                <a:spcPct val="100000"/>
              </a:lnSpc>
              <a:spcBef>
                <a:spcPts val="0"/>
              </a:spcBef>
              <a:spcAft>
                <a:spcPts val="0"/>
              </a:spcAft>
              <a:buNone/>
              <a:defRPr sz="2000">
                <a:solidFill>
                  <a:schemeClr val="dk2"/>
                </a:solidFill>
                <a:latin typeface="Oswald"/>
                <a:ea typeface="Oswald"/>
                <a:cs typeface="Oswald"/>
                <a:sym typeface="Oswald"/>
              </a:defRPr>
            </a:lvl4pPr>
            <a:lvl5pPr lvl="4" rtl="0">
              <a:lnSpc>
                <a:spcPct val="100000"/>
              </a:lnSpc>
              <a:spcBef>
                <a:spcPts val="0"/>
              </a:spcBef>
              <a:spcAft>
                <a:spcPts val="0"/>
              </a:spcAft>
              <a:buNone/>
              <a:defRPr sz="2000">
                <a:solidFill>
                  <a:schemeClr val="dk2"/>
                </a:solidFill>
                <a:latin typeface="Oswald"/>
                <a:ea typeface="Oswald"/>
                <a:cs typeface="Oswald"/>
                <a:sym typeface="Oswald"/>
              </a:defRPr>
            </a:lvl5pPr>
            <a:lvl6pPr lvl="5" rtl="0">
              <a:lnSpc>
                <a:spcPct val="100000"/>
              </a:lnSpc>
              <a:spcBef>
                <a:spcPts val="0"/>
              </a:spcBef>
              <a:spcAft>
                <a:spcPts val="0"/>
              </a:spcAft>
              <a:buNone/>
              <a:defRPr sz="2000">
                <a:solidFill>
                  <a:schemeClr val="dk2"/>
                </a:solidFill>
                <a:latin typeface="Oswald"/>
                <a:ea typeface="Oswald"/>
                <a:cs typeface="Oswald"/>
                <a:sym typeface="Oswald"/>
              </a:defRPr>
            </a:lvl6pPr>
            <a:lvl7pPr lvl="6" rtl="0">
              <a:lnSpc>
                <a:spcPct val="100000"/>
              </a:lnSpc>
              <a:spcBef>
                <a:spcPts val="0"/>
              </a:spcBef>
              <a:spcAft>
                <a:spcPts val="0"/>
              </a:spcAft>
              <a:buNone/>
              <a:defRPr sz="2000">
                <a:solidFill>
                  <a:schemeClr val="dk2"/>
                </a:solidFill>
                <a:latin typeface="Oswald"/>
                <a:ea typeface="Oswald"/>
                <a:cs typeface="Oswald"/>
                <a:sym typeface="Oswald"/>
              </a:defRPr>
            </a:lvl7pPr>
            <a:lvl8pPr lvl="7" rtl="0">
              <a:lnSpc>
                <a:spcPct val="100000"/>
              </a:lnSpc>
              <a:spcBef>
                <a:spcPts val="0"/>
              </a:spcBef>
              <a:spcAft>
                <a:spcPts val="0"/>
              </a:spcAft>
              <a:buNone/>
              <a:defRPr sz="2000">
                <a:solidFill>
                  <a:schemeClr val="dk2"/>
                </a:solidFill>
                <a:latin typeface="Oswald"/>
                <a:ea typeface="Oswald"/>
                <a:cs typeface="Oswald"/>
                <a:sym typeface="Oswald"/>
              </a:defRPr>
            </a:lvl8pPr>
            <a:lvl9pPr lvl="8" rtl="0">
              <a:lnSpc>
                <a:spcPct val="100000"/>
              </a:lnSpc>
              <a:spcBef>
                <a:spcPts val="0"/>
              </a:spcBef>
              <a:spcAft>
                <a:spcPts val="0"/>
              </a:spcAft>
              <a:buNone/>
              <a:defRPr sz="2000">
                <a:solidFill>
                  <a:schemeClr val="dk2"/>
                </a:solidFill>
                <a:latin typeface="Oswald"/>
                <a:ea typeface="Oswald"/>
                <a:cs typeface="Oswald"/>
                <a:sym typeface="Oswald"/>
              </a:defRPr>
            </a:lvl9pPr>
          </a:lstStyle>
          <a:p/>
        </p:txBody>
      </p:sp>
      <p:sp>
        <p:nvSpPr>
          <p:cNvPr id="110" name="Google Shape;110;p17"/>
          <p:cNvSpPr txBox="1"/>
          <p:nvPr>
            <p:ph type="subTitle" idx="2"/>
          </p:nvPr>
        </p:nvSpPr>
        <p:spPr>
          <a:xfrm>
            <a:off x="1919175" y="2037154"/>
            <a:ext cx="2270400" cy="6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600"/>
            </a:lvl1pPr>
            <a:lvl2pPr lvl="1" rtl="0">
              <a:lnSpc>
                <a:spcPct val="100000"/>
              </a:lnSpc>
              <a:spcBef>
                <a:spcPts val="1600"/>
              </a:spcBef>
              <a:spcAft>
                <a:spcPts val="0"/>
              </a:spcAft>
              <a:buNone/>
              <a:defRPr/>
            </a:lvl2pPr>
            <a:lvl3pPr lvl="2" rtl="0">
              <a:lnSpc>
                <a:spcPct val="100000"/>
              </a:lnSpc>
              <a:spcBef>
                <a:spcPts val="1600"/>
              </a:spcBef>
              <a:spcAft>
                <a:spcPts val="0"/>
              </a:spcAft>
              <a:buNone/>
              <a:defRPr/>
            </a:lvl3pPr>
            <a:lvl4pPr lvl="3" rtl="0">
              <a:lnSpc>
                <a:spcPct val="100000"/>
              </a:lnSpc>
              <a:spcBef>
                <a:spcPts val="1600"/>
              </a:spcBef>
              <a:spcAft>
                <a:spcPts val="0"/>
              </a:spcAft>
              <a:buNone/>
              <a:defRPr/>
            </a:lvl4pPr>
            <a:lvl5pPr lvl="4" rtl="0">
              <a:lnSpc>
                <a:spcPct val="100000"/>
              </a:lnSpc>
              <a:spcBef>
                <a:spcPts val="1600"/>
              </a:spcBef>
              <a:spcAft>
                <a:spcPts val="0"/>
              </a:spcAft>
              <a:buNone/>
              <a:defRPr/>
            </a:lvl5pPr>
            <a:lvl6pPr lvl="5" rtl="0">
              <a:lnSpc>
                <a:spcPct val="100000"/>
              </a:lnSpc>
              <a:spcBef>
                <a:spcPts val="1600"/>
              </a:spcBef>
              <a:spcAft>
                <a:spcPts val="0"/>
              </a:spcAft>
              <a:buNone/>
              <a:defRPr/>
            </a:lvl6pPr>
            <a:lvl7pPr lvl="6" rtl="0">
              <a:lnSpc>
                <a:spcPct val="100000"/>
              </a:lnSpc>
              <a:spcBef>
                <a:spcPts val="1600"/>
              </a:spcBef>
              <a:spcAft>
                <a:spcPts val="0"/>
              </a:spcAft>
              <a:buNone/>
              <a:defRPr/>
            </a:lvl7pPr>
            <a:lvl8pPr lvl="7" rtl="0">
              <a:lnSpc>
                <a:spcPct val="100000"/>
              </a:lnSpc>
              <a:spcBef>
                <a:spcPts val="1600"/>
              </a:spcBef>
              <a:spcAft>
                <a:spcPts val="0"/>
              </a:spcAft>
              <a:buNone/>
              <a:defRPr/>
            </a:lvl8pPr>
            <a:lvl9pPr lvl="8" rtl="0">
              <a:lnSpc>
                <a:spcPct val="100000"/>
              </a:lnSpc>
              <a:spcBef>
                <a:spcPts val="1600"/>
              </a:spcBef>
              <a:spcAft>
                <a:spcPts val="1600"/>
              </a:spcAft>
              <a:buNone/>
              <a:defRPr/>
            </a:lvl9pPr>
          </a:lstStyle>
          <a:p/>
        </p:txBody>
      </p:sp>
      <p:sp>
        <p:nvSpPr>
          <p:cNvPr id="111" name="Google Shape;111;p17"/>
          <p:cNvSpPr txBox="1"/>
          <p:nvPr>
            <p:ph type="subTitle" idx="3"/>
          </p:nvPr>
        </p:nvSpPr>
        <p:spPr>
          <a:xfrm>
            <a:off x="5810127" y="1741879"/>
            <a:ext cx="2270400" cy="37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000">
                <a:solidFill>
                  <a:schemeClr val="dk2"/>
                </a:solidFill>
                <a:latin typeface="Oswald"/>
                <a:ea typeface="Oswald"/>
                <a:cs typeface="Oswald"/>
                <a:sym typeface="Oswald"/>
              </a:defRPr>
            </a:lvl1pPr>
            <a:lvl2pPr lvl="1" rtl="0">
              <a:lnSpc>
                <a:spcPct val="100000"/>
              </a:lnSpc>
              <a:spcBef>
                <a:spcPts val="0"/>
              </a:spcBef>
              <a:spcAft>
                <a:spcPts val="0"/>
              </a:spcAft>
              <a:buNone/>
              <a:defRPr sz="2000">
                <a:solidFill>
                  <a:schemeClr val="dk2"/>
                </a:solidFill>
                <a:latin typeface="Oswald"/>
                <a:ea typeface="Oswald"/>
                <a:cs typeface="Oswald"/>
                <a:sym typeface="Oswald"/>
              </a:defRPr>
            </a:lvl2pPr>
            <a:lvl3pPr lvl="2" rtl="0">
              <a:lnSpc>
                <a:spcPct val="100000"/>
              </a:lnSpc>
              <a:spcBef>
                <a:spcPts val="0"/>
              </a:spcBef>
              <a:spcAft>
                <a:spcPts val="0"/>
              </a:spcAft>
              <a:buNone/>
              <a:defRPr sz="2000">
                <a:solidFill>
                  <a:schemeClr val="dk2"/>
                </a:solidFill>
                <a:latin typeface="Oswald"/>
                <a:ea typeface="Oswald"/>
                <a:cs typeface="Oswald"/>
                <a:sym typeface="Oswald"/>
              </a:defRPr>
            </a:lvl3pPr>
            <a:lvl4pPr lvl="3" rtl="0">
              <a:lnSpc>
                <a:spcPct val="100000"/>
              </a:lnSpc>
              <a:spcBef>
                <a:spcPts val="0"/>
              </a:spcBef>
              <a:spcAft>
                <a:spcPts val="0"/>
              </a:spcAft>
              <a:buNone/>
              <a:defRPr sz="2000">
                <a:solidFill>
                  <a:schemeClr val="dk2"/>
                </a:solidFill>
                <a:latin typeface="Oswald"/>
                <a:ea typeface="Oswald"/>
                <a:cs typeface="Oswald"/>
                <a:sym typeface="Oswald"/>
              </a:defRPr>
            </a:lvl4pPr>
            <a:lvl5pPr lvl="4" rtl="0">
              <a:lnSpc>
                <a:spcPct val="100000"/>
              </a:lnSpc>
              <a:spcBef>
                <a:spcPts val="0"/>
              </a:spcBef>
              <a:spcAft>
                <a:spcPts val="0"/>
              </a:spcAft>
              <a:buNone/>
              <a:defRPr sz="2000">
                <a:solidFill>
                  <a:schemeClr val="dk2"/>
                </a:solidFill>
                <a:latin typeface="Oswald"/>
                <a:ea typeface="Oswald"/>
                <a:cs typeface="Oswald"/>
                <a:sym typeface="Oswald"/>
              </a:defRPr>
            </a:lvl5pPr>
            <a:lvl6pPr lvl="5" rtl="0">
              <a:lnSpc>
                <a:spcPct val="100000"/>
              </a:lnSpc>
              <a:spcBef>
                <a:spcPts val="0"/>
              </a:spcBef>
              <a:spcAft>
                <a:spcPts val="0"/>
              </a:spcAft>
              <a:buNone/>
              <a:defRPr sz="2000">
                <a:solidFill>
                  <a:schemeClr val="dk2"/>
                </a:solidFill>
                <a:latin typeface="Oswald"/>
                <a:ea typeface="Oswald"/>
                <a:cs typeface="Oswald"/>
                <a:sym typeface="Oswald"/>
              </a:defRPr>
            </a:lvl6pPr>
            <a:lvl7pPr lvl="6" rtl="0">
              <a:lnSpc>
                <a:spcPct val="100000"/>
              </a:lnSpc>
              <a:spcBef>
                <a:spcPts val="0"/>
              </a:spcBef>
              <a:spcAft>
                <a:spcPts val="0"/>
              </a:spcAft>
              <a:buNone/>
              <a:defRPr sz="2000">
                <a:solidFill>
                  <a:schemeClr val="dk2"/>
                </a:solidFill>
                <a:latin typeface="Oswald"/>
                <a:ea typeface="Oswald"/>
                <a:cs typeface="Oswald"/>
                <a:sym typeface="Oswald"/>
              </a:defRPr>
            </a:lvl7pPr>
            <a:lvl8pPr lvl="7" rtl="0">
              <a:lnSpc>
                <a:spcPct val="100000"/>
              </a:lnSpc>
              <a:spcBef>
                <a:spcPts val="0"/>
              </a:spcBef>
              <a:spcAft>
                <a:spcPts val="0"/>
              </a:spcAft>
              <a:buNone/>
              <a:defRPr sz="2000">
                <a:solidFill>
                  <a:schemeClr val="dk2"/>
                </a:solidFill>
                <a:latin typeface="Oswald"/>
                <a:ea typeface="Oswald"/>
                <a:cs typeface="Oswald"/>
                <a:sym typeface="Oswald"/>
              </a:defRPr>
            </a:lvl8pPr>
            <a:lvl9pPr lvl="8" rtl="0">
              <a:lnSpc>
                <a:spcPct val="100000"/>
              </a:lnSpc>
              <a:spcBef>
                <a:spcPts val="0"/>
              </a:spcBef>
              <a:spcAft>
                <a:spcPts val="0"/>
              </a:spcAft>
              <a:buNone/>
              <a:defRPr sz="2000">
                <a:solidFill>
                  <a:schemeClr val="dk2"/>
                </a:solidFill>
                <a:latin typeface="Oswald"/>
                <a:ea typeface="Oswald"/>
                <a:cs typeface="Oswald"/>
                <a:sym typeface="Oswald"/>
              </a:defRPr>
            </a:lvl9pPr>
          </a:lstStyle>
          <a:p/>
        </p:txBody>
      </p:sp>
      <p:sp>
        <p:nvSpPr>
          <p:cNvPr id="112" name="Google Shape;112;p17"/>
          <p:cNvSpPr txBox="1"/>
          <p:nvPr>
            <p:ph type="subTitle" idx="4"/>
          </p:nvPr>
        </p:nvSpPr>
        <p:spPr>
          <a:xfrm>
            <a:off x="5810127" y="2037154"/>
            <a:ext cx="2270400" cy="6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600"/>
            </a:lvl1pPr>
            <a:lvl2pPr lvl="1" rtl="0">
              <a:lnSpc>
                <a:spcPct val="100000"/>
              </a:lnSpc>
              <a:spcBef>
                <a:spcPts val="1600"/>
              </a:spcBef>
              <a:spcAft>
                <a:spcPts val="0"/>
              </a:spcAft>
              <a:buNone/>
              <a:defRPr/>
            </a:lvl2pPr>
            <a:lvl3pPr lvl="2" rtl="0">
              <a:lnSpc>
                <a:spcPct val="100000"/>
              </a:lnSpc>
              <a:spcBef>
                <a:spcPts val="1600"/>
              </a:spcBef>
              <a:spcAft>
                <a:spcPts val="0"/>
              </a:spcAft>
              <a:buNone/>
              <a:defRPr/>
            </a:lvl3pPr>
            <a:lvl4pPr lvl="3" rtl="0">
              <a:lnSpc>
                <a:spcPct val="100000"/>
              </a:lnSpc>
              <a:spcBef>
                <a:spcPts val="1600"/>
              </a:spcBef>
              <a:spcAft>
                <a:spcPts val="0"/>
              </a:spcAft>
              <a:buNone/>
              <a:defRPr/>
            </a:lvl4pPr>
            <a:lvl5pPr lvl="4" rtl="0">
              <a:lnSpc>
                <a:spcPct val="100000"/>
              </a:lnSpc>
              <a:spcBef>
                <a:spcPts val="1600"/>
              </a:spcBef>
              <a:spcAft>
                <a:spcPts val="0"/>
              </a:spcAft>
              <a:buNone/>
              <a:defRPr/>
            </a:lvl5pPr>
            <a:lvl6pPr lvl="5" rtl="0">
              <a:lnSpc>
                <a:spcPct val="100000"/>
              </a:lnSpc>
              <a:spcBef>
                <a:spcPts val="1600"/>
              </a:spcBef>
              <a:spcAft>
                <a:spcPts val="0"/>
              </a:spcAft>
              <a:buNone/>
              <a:defRPr/>
            </a:lvl6pPr>
            <a:lvl7pPr lvl="6" rtl="0">
              <a:lnSpc>
                <a:spcPct val="100000"/>
              </a:lnSpc>
              <a:spcBef>
                <a:spcPts val="1600"/>
              </a:spcBef>
              <a:spcAft>
                <a:spcPts val="0"/>
              </a:spcAft>
              <a:buNone/>
              <a:defRPr/>
            </a:lvl7pPr>
            <a:lvl8pPr lvl="7" rtl="0">
              <a:lnSpc>
                <a:spcPct val="100000"/>
              </a:lnSpc>
              <a:spcBef>
                <a:spcPts val="1600"/>
              </a:spcBef>
              <a:spcAft>
                <a:spcPts val="0"/>
              </a:spcAft>
              <a:buNone/>
              <a:defRPr/>
            </a:lvl8pPr>
            <a:lvl9pPr lvl="8" rtl="0">
              <a:lnSpc>
                <a:spcPct val="100000"/>
              </a:lnSpc>
              <a:spcBef>
                <a:spcPts val="1600"/>
              </a:spcBef>
              <a:spcAft>
                <a:spcPts val="1600"/>
              </a:spcAft>
              <a:buNone/>
              <a:defRPr/>
            </a:lvl9pPr>
          </a:lstStyle>
          <a:p/>
        </p:txBody>
      </p:sp>
      <p:sp>
        <p:nvSpPr>
          <p:cNvPr id="113" name="Google Shape;113;p17"/>
          <p:cNvSpPr txBox="1"/>
          <p:nvPr>
            <p:ph type="subTitle" idx="5"/>
          </p:nvPr>
        </p:nvSpPr>
        <p:spPr>
          <a:xfrm>
            <a:off x="1919175" y="3279945"/>
            <a:ext cx="2270400" cy="37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000">
                <a:solidFill>
                  <a:schemeClr val="dk2"/>
                </a:solidFill>
                <a:latin typeface="Oswald"/>
                <a:ea typeface="Oswald"/>
                <a:cs typeface="Oswald"/>
                <a:sym typeface="Oswald"/>
              </a:defRPr>
            </a:lvl1pPr>
            <a:lvl2pPr lvl="1" rtl="0">
              <a:lnSpc>
                <a:spcPct val="100000"/>
              </a:lnSpc>
              <a:spcBef>
                <a:spcPts val="0"/>
              </a:spcBef>
              <a:spcAft>
                <a:spcPts val="0"/>
              </a:spcAft>
              <a:buNone/>
              <a:defRPr sz="2000">
                <a:solidFill>
                  <a:schemeClr val="dk2"/>
                </a:solidFill>
                <a:latin typeface="Oswald"/>
                <a:ea typeface="Oswald"/>
                <a:cs typeface="Oswald"/>
                <a:sym typeface="Oswald"/>
              </a:defRPr>
            </a:lvl2pPr>
            <a:lvl3pPr lvl="2" rtl="0">
              <a:lnSpc>
                <a:spcPct val="100000"/>
              </a:lnSpc>
              <a:spcBef>
                <a:spcPts val="0"/>
              </a:spcBef>
              <a:spcAft>
                <a:spcPts val="0"/>
              </a:spcAft>
              <a:buNone/>
              <a:defRPr sz="2000">
                <a:solidFill>
                  <a:schemeClr val="dk2"/>
                </a:solidFill>
                <a:latin typeface="Oswald"/>
                <a:ea typeface="Oswald"/>
                <a:cs typeface="Oswald"/>
                <a:sym typeface="Oswald"/>
              </a:defRPr>
            </a:lvl3pPr>
            <a:lvl4pPr lvl="3" rtl="0">
              <a:lnSpc>
                <a:spcPct val="100000"/>
              </a:lnSpc>
              <a:spcBef>
                <a:spcPts val="0"/>
              </a:spcBef>
              <a:spcAft>
                <a:spcPts val="0"/>
              </a:spcAft>
              <a:buNone/>
              <a:defRPr sz="2000">
                <a:solidFill>
                  <a:schemeClr val="dk2"/>
                </a:solidFill>
                <a:latin typeface="Oswald"/>
                <a:ea typeface="Oswald"/>
                <a:cs typeface="Oswald"/>
                <a:sym typeface="Oswald"/>
              </a:defRPr>
            </a:lvl4pPr>
            <a:lvl5pPr lvl="4" rtl="0">
              <a:lnSpc>
                <a:spcPct val="100000"/>
              </a:lnSpc>
              <a:spcBef>
                <a:spcPts val="0"/>
              </a:spcBef>
              <a:spcAft>
                <a:spcPts val="0"/>
              </a:spcAft>
              <a:buNone/>
              <a:defRPr sz="2000">
                <a:solidFill>
                  <a:schemeClr val="dk2"/>
                </a:solidFill>
                <a:latin typeface="Oswald"/>
                <a:ea typeface="Oswald"/>
                <a:cs typeface="Oswald"/>
                <a:sym typeface="Oswald"/>
              </a:defRPr>
            </a:lvl5pPr>
            <a:lvl6pPr lvl="5" rtl="0">
              <a:lnSpc>
                <a:spcPct val="100000"/>
              </a:lnSpc>
              <a:spcBef>
                <a:spcPts val="0"/>
              </a:spcBef>
              <a:spcAft>
                <a:spcPts val="0"/>
              </a:spcAft>
              <a:buNone/>
              <a:defRPr sz="2000">
                <a:solidFill>
                  <a:schemeClr val="dk2"/>
                </a:solidFill>
                <a:latin typeface="Oswald"/>
                <a:ea typeface="Oswald"/>
                <a:cs typeface="Oswald"/>
                <a:sym typeface="Oswald"/>
              </a:defRPr>
            </a:lvl6pPr>
            <a:lvl7pPr lvl="6" rtl="0">
              <a:lnSpc>
                <a:spcPct val="100000"/>
              </a:lnSpc>
              <a:spcBef>
                <a:spcPts val="0"/>
              </a:spcBef>
              <a:spcAft>
                <a:spcPts val="0"/>
              </a:spcAft>
              <a:buNone/>
              <a:defRPr sz="2000">
                <a:solidFill>
                  <a:schemeClr val="dk2"/>
                </a:solidFill>
                <a:latin typeface="Oswald"/>
                <a:ea typeface="Oswald"/>
                <a:cs typeface="Oswald"/>
                <a:sym typeface="Oswald"/>
              </a:defRPr>
            </a:lvl7pPr>
            <a:lvl8pPr lvl="7" rtl="0">
              <a:lnSpc>
                <a:spcPct val="100000"/>
              </a:lnSpc>
              <a:spcBef>
                <a:spcPts val="0"/>
              </a:spcBef>
              <a:spcAft>
                <a:spcPts val="0"/>
              </a:spcAft>
              <a:buNone/>
              <a:defRPr sz="2000">
                <a:solidFill>
                  <a:schemeClr val="dk2"/>
                </a:solidFill>
                <a:latin typeface="Oswald"/>
                <a:ea typeface="Oswald"/>
                <a:cs typeface="Oswald"/>
                <a:sym typeface="Oswald"/>
              </a:defRPr>
            </a:lvl8pPr>
            <a:lvl9pPr lvl="8" rtl="0">
              <a:lnSpc>
                <a:spcPct val="100000"/>
              </a:lnSpc>
              <a:spcBef>
                <a:spcPts val="0"/>
              </a:spcBef>
              <a:spcAft>
                <a:spcPts val="0"/>
              </a:spcAft>
              <a:buNone/>
              <a:defRPr sz="2000">
                <a:solidFill>
                  <a:schemeClr val="dk2"/>
                </a:solidFill>
                <a:latin typeface="Oswald"/>
                <a:ea typeface="Oswald"/>
                <a:cs typeface="Oswald"/>
                <a:sym typeface="Oswald"/>
              </a:defRPr>
            </a:lvl9pPr>
          </a:lstStyle>
          <a:p/>
        </p:txBody>
      </p:sp>
      <p:sp>
        <p:nvSpPr>
          <p:cNvPr id="114" name="Google Shape;114;p17"/>
          <p:cNvSpPr txBox="1"/>
          <p:nvPr>
            <p:ph type="subTitle" idx="6"/>
          </p:nvPr>
        </p:nvSpPr>
        <p:spPr>
          <a:xfrm>
            <a:off x="1919175" y="3575220"/>
            <a:ext cx="2270400" cy="6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600"/>
            </a:lvl1pPr>
            <a:lvl2pPr lvl="1" rtl="0">
              <a:lnSpc>
                <a:spcPct val="100000"/>
              </a:lnSpc>
              <a:spcBef>
                <a:spcPts val="1600"/>
              </a:spcBef>
              <a:spcAft>
                <a:spcPts val="0"/>
              </a:spcAft>
              <a:buNone/>
              <a:defRPr/>
            </a:lvl2pPr>
            <a:lvl3pPr lvl="2" rtl="0">
              <a:lnSpc>
                <a:spcPct val="100000"/>
              </a:lnSpc>
              <a:spcBef>
                <a:spcPts val="1600"/>
              </a:spcBef>
              <a:spcAft>
                <a:spcPts val="0"/>
              </a:spcAft>
              <a:buNone/>
              <a:defRPr/>
            </a:lvl3pPr>
            <a:lvl4pPr lvl="3" rtl="0">
              <a:lnSpc>
                <a:spcPct val="100000"/>
              </a:lnSpc>
              <a:spcBef>
                <a:spcPts val="1600"/>
              </a:spcBef>
              <a:spcAft>
                <a:spcPts val="0"/>
              </a:spcAft>
              <a:buNone/>
              <a:defRPr/>
            </a:lvl4pPr>
            <a:lvl5pPr lvl="4" rtl="0">
              <a:lnSpc>
                <a:spcPct val="100000"/>
              </a:lnSpc>
              <a:spcBef>
                <a:spcPts val="1600"/>
              </a:spcBef>
              <a:spcAft>
                <a:spcPts val="0"/>
              </a:spcAft>
              <a:buNone/>
              <a:defRPr/>
            </a:lvl5pPr>
            <a:lvl6pPr lvl="5" rtl="0">
              <a:lnSpc>
                <a:spcPct val="100000"/>
              </a:lnSpc>
              <a:spcBef>
                <a:spcPts val="1600"/>
              </a:spcBef>
              <a:spcAft>
                <a:spcPts val="0"/>
              </a:spcAft>
              <a:buNone/>
              <a:defRPr/>
            </a:lvl6pPr>
            <a:lvl7pPr lvl="6" rtl="0">
              <a:lnSpc>
                <a:spcPct val="100000"/>
              </a:lnSpc>
              <a:spcBef>
                <a:spcPts val="1600"/>
              </a:spcBef>
              <a:spcAft>
                <a:spcPts val="0"/>
              </a:spcAft>
              <a:buNone/>
              <a:defRPr/>
            </a:lvl7pPr>
            <a:lvl8pPr lvl="7" rtl="0">
              <a:lnSpc>
                <a:spcPct val="100000"/>
              </a:lnSpc>
              <a:spcBef>
                <a:spcPts val="1600"/>
              </a:spcBef>
              <a:spcAft>
                <a:spcPts val="0"/>
              </a:spcAft>
              <a:buNone/>
              <a:defRPr/>
            </a:lvl8pPr>
            <a:lvl9pPr lvl="8" rtl="0">
              <a:lnSpc>
                <a:spcPct val="100000"/>
              </a:lnSpc>
              <a:spcBef>
                <a:spcPts val="1600"/>
              </a:spcBef>
              <a:spcAft>
                <a:spcPts val="1600"/>
              </a:spcAft>
              <a:buNone/>
              <a:defRPr/>
            </a:lvl9pPr>
          </a:lstStyle>
          <a:p/>
        </p:txBody>
      </p:sp>
      <p:sp>
        <p:nvSpPr>
          <p:cNvPr id="115" name="Google Shape;115;p17"/>
          <p:cNvSpPr txBox="1"/>
          <p:nvPr>
            <p:ph type="subTitle" idx="7"/>
          </p:nvPr>
        </p:nvSpPr>
        <p:spPr>
          <a:xfrm>
            <a:off x="5810127" y="3279945"/>
            <a:ext cx="2270400" cy="37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000">
                <a:solidFill>
                  <a:schemeClr val="dk2"/>
                </a:solidFill>
                <a:latin typeface="Oswald"/>
                <a:ea typeface="Oswald"/>
                <a:cs typeface="Oswald"/>
                <a:sym typeface="Oswald"/>
              </a:defRPr>
            </a:lvl1pPr>
            <a:lvl2pPr lvl="1" rtl="0">
              <a:lnSpc>
                <a:spcPct val="100000"/>
              </a:lnSpc>
              <a:spcBef>
                <a:spcPts val="0"/>
              </a:spcBef>
              <a:spcAft>
                <a:spcPts val="0"/>
              </a:spcAft>
              <a:buNone/>
              <a:defRPr sz="2000">
                <a:solidFill>
                  <a:schemeClr val="dk2"/>
                </a:solidFill>
                <a:latin typeface="Oswald"/>
                <a:ea typeface="Oswald"/>
                <a:cs typeface="Oswald"/>
                <a:sym typeface="Oswald"/>
              </a:defRPr>
            </a:lvl2pPr>
            <a:lvl3pPr lvl="2" rtl="0">
              <a:lnSpc>
                <a:spcPct val="100000"/>
              </a:lnSpc>
              <a:spcBef>
                <a:spcPts val="0"/>
              </a:spcBef>
              <a:spcAft>
                <a:spcPts val="0"/>
              </a:spcAft>
              <a:buNone/>
              <a:defRPr sz="2000">
                <a:solidFill>
                  <a:schemeClr val="dk2"/>
                </a:solidFill>
                <a:latin typeface="Oswald"/>
                <a:ea typeface="Oswald"/>
                <a:cs typeface="Oswald"/>
                <a:sym typeface="Oswald"/>
              </a:defRPr>
            </a:lvl3pPr>
            <a:lvl4pPr lvl="3" rtl="0">
              <a:lnSpc>
                <a:spcPct val="100000"/>
              </a:lnSpc>
              <a:spcBef>
                <a:spcPts val="0"/>
              </a:spcBef>
              <a:spcAft>
                <a:spcPts val="0"/>
              </a:spcAft>
              <a:buNone/>
              <a:defRPr sz="2000">
                <a:solidFill>
                  <a:schemeClr val="dk2"/>
                </a:solidFill>
                <a:latin typeface="Oswald"/>
                <a:ea typeface="Oswald"/>
                <a:cs typeface="Oswald"/>
                <a:sym typeface="Oswald"/>
              </a:defRPr>
            </a:lvl4pPr>
            <a:lvl5pPr lvl="4" rtl="0">
              <a:lnSpc>
                <a:spcPct val="100000"/>
              </a:lnSpc>
              <a:spcBef>
                <a:spcPts val="0"/>
              </a:spcBef>
              <a:spcAft>
                <a:spcPts val="0"/>
              </a:spcAft>
              <a:buNone/>
              <a:defRPr sz="2000">
                <a:solidFill>
                  <a:schemeClr val="dk2"/>
                </a:solidFill>
                <a:latin typeface="Oswald"/>
                <a:ea typeface="Oswald"/>
                <a:cs typeface="Oswald"/>
                <a:sym typeface="Oswald"/>
              </a:defRPr>
            </a:lvl5pPr>
            <a:lvl6pPr lvl="5" rtl="0">
              <a:lnSpc>
                <a:spcPct val="100000"/>
              </a:lnSpc>
              <a:spcBef>
                <a:spcPts val="0"/>
              </a:spcBef>
              <a:spcAft>
                <a:spcPts val="0"/>
              </a:spcAft>
              <a:buNone/>
              <a:defRPr sz="2000">
                <a:solidFill>
                  <a:schemeClr val="dk2"/>
                </a:solidFill>
                <a:latin typeface="Oswald"/>
                <a:ea typeface="Oswald"/>
                <a:cs typeface="Oswald"/>
                <a:sym typeface="Oswald"/>
              </a:defRPr>
            </a:lvl6pPr>
            <a:lvl7pPr lvl="6" rtl="0">
              <a:lnSpc>
                <a:spcPct val="100000"/>
              </a:lnSpc>
              <a:spcBef>
                <a:spcPts val="0"/>
              </a:spcBef>
              <a:spcAft>
                <a:spcPts val="0"/>
              </a:spcAft>
              <a:buNone/>
              <a:defRPr sz="2000">
                <a:solidFill>
                  <a:schemeClr val="dk2"/>
                </a:solidFill>
                <a:latin typeface="Oswald"/>
                <a:ea typeface="Oswald"/>
                <a:cs typeface="Oswald"/>
                <a:sym typeface="Oswald"/>
              </a:defRPr>
            </a:lvl7pPr>
            <a:lvl8pPr lvl="7" rtl="0">
              <a:lnSpc>
                <a:spcPct val="100000"/>
              </a:lnSpc>
              <a:spcBef>
                <a:spcPts val="0"/>
              </a:spcBef>
              <a:spcAft>
                <a:spcPts val="0"/>
              </a:spcAft>
              <a:buNone/>
              <a:defRPr sz="2000">
                <a:solidFill>
                  <a:schemeClr val="dk2"/>
                </a:solidFill>
                <a:latin typeface="Oswald"/>
                <a:ea typeface="Oswald"/>
                <a:cs typeface="Oswald"/>
                <a:sym typeface="Oswald"/>
              </a:defRPr>
            </a:lvl8pPr>
            <a:lvl9pPr lvl="8" rtl="0">
              <a:lnSpc>
                <a:spcPct val="100000"/>
              </a:lnSpc>
              <a:spcBef>
                <a:spcPts val="0"/>
              </a:spcBef>
              <a:spcAft>
                <a:spcPts val="0"/>
              </a:spcAft>
              <a:buNone/>
              <a:defRPr sz="2000">
                <a:solidFill>
                  <a:schemeClr val="dk2"/>
                </a:solidFill>
                <a:latin typeface="Oswald"/>
                <a:ea typeface="Oswald"/>
                <a:cs typeface="Oswald"/>
                <a:sym typeface="Oswald"/>
              </a:defRPr>
            </a:lvl9pPr>
          </a:lstStyle>
          <a:p/>
        </p:txBody>
      </p:sp>
      <p:sp>
        <p:nvSpPr>
          <p:cNvPr id="116" name="Google Shape;116;p17"/>
          <p:cNvSpPr txBox="1"/>
          <p:nvPr>
            <p:ph type="subTitle" idx="8"/>
          </p:nvPr>
        </p:nvSpPr>
        <p:spPr>
          <a:xfrm>
            <a:off x="5810127" y="3575220"/>
            <a:ext cx="2270400" cy="6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600"/>
            </a:lvl1pPr>
            <a:lvl2pPr lvl="1" rtl="0">
              <a:lnSpc>
                <a:spcPct val="100000"/>
              </a:lnSpc>
              <a:spcBef>
                <a:spcPts val="1600"/>
              </a:spcBef>
              <a:spcAft>
                <a:spcPts val="0"/>
              </a:spcAft>
              <a:buNone/>
              <a:defRPr/>
            </a:lvl2pPr>
            <a:lvl3pPr lvl="2" rtl="0">
              <a:lnSpc>
                <a:spcPct val="100000"/>
              </a:lnSpc>
              <a:spcBef>
                <a:spcPts val="1600"/>
              </a:spcBef>
              <a:spcAft>
                <a:spcPts val="0"/>
              </a:spcAft>
              <a:buNone/>
              <a:defRPr/>
            </a:lvl3pPr>
            <a:lvl4pPr lvl="3" rtl="0">
              <a:lnSpc>
                <a:spcPct val="100000"/>
              </a:lnSpc>
              <a:spcBef>
                <a:spcPts val="1600"/>
              </a:spcBef>
              <a:spcAft>
                <a:spcPts val="0"/>
              </a:spcAft>
              <a:buNone/>
              <a:defRPr/>
            </a:lvl4pPr>
            <a:lvl5pPr lvl="4" rtl="0">
              <a:lnSpc>
                <a:spcPct val="100000"/>
              </a:lnSpc>
              <a:spcBef>
                <a:spcPts val="1600"/>
              </a:spcBef>
              <a:spcAft>
                <a:spcPts val="0"/>
              </a:spcAft>
              <a:buNone/>
              <a:defRPr/>
            </a:lvl5pPr>
            <a:lvl6pPr lvl="5" rtl="0">
              <a:lnSpc>
                <a:spcPct val="100000"/>
              </a:lnSpc>
              <a:spcBef>
                <a:spcPts val="1600"/>
              </a:spcBef>
              <a:spcAft>
                <a:spcPts val="0"/>
              </a:spcAft>
              <a:buNone/>
              <a:defRPr/>
            </a:lvl6pPr>
            <a:lvl7pPr lvl="6" rtl="0">
              <a:lnSpc>
                <a:spcPct val="100000"/>
              </a:lnSpc>
              <a:spcBef>
                <a:spcPts val="1600"/>
              </a:spcBef>
              <a:spcAft>
                <a:spcPts val="0"/>
              </a:spcAft>
              <a:buNone/>
              <a:defRPr/>
            </a:lvl7pPr>
            <a:lvl8pPr lvl="7" rtl="0">
              <a:lnSpc>
                <a:spcPct val="100000"/>
              </a:lnSpc>
              <a:spcBef>
                <a:spcPts val="1600"/>
              </a:spcBef>
              <a:spcAft>
                <a:spcPts val="0"/>
              </a:spcAft>
              <a:buNone/>
              <a:defRPr/>
            </a:lvl8pPr>
            <a:lvl9pPr lvl="8" rtl="0">
              <a:lnSpc>
                <a:spcPct val="100000"/>
              </a:lnSpc>
              <a:spcBef>
                <a:spcPts val="1600"/>
              </a:spcBef>
              <a:spcAft>
                <a:spcPts val="1600"/>
              </a:spcAft>
              <a:buNone/>
              <a:defRPr/>
            </a:lvl9pPr>
          </a:lstStyle>
          <a:p/>
        </p:txBody>
      </p:sp>
      <p:sp>
        <p:nvSpPr>
          <p:cNvPr id="117" name="Google Shape;117;p17"/>
          <p:cNvSpPr txBox="1"/>
          <p:nvPr>
            <p:ph type="title" idx="9" hasCustomPrompt="1"/>
          </p:nvPr>
        </p:nvSpPr>
        <p:spPr>
          <a:xfrm>
            <a:off x="1210425" y="1912075"/>
            <a:ext cx="655200" cy="612600"/>
          </a:xfrm>
          <a:prstGeom prst="rect">
            <a:avLst/>
          </a:prstGeom>
          <a:noFill/>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3000"/>
              <a:buNone/>
              <a:defRPr>
                <a:solidFill>
                  <a:schemeClr val="dk1"/>
                </a:solidFill>
              </a:defRPr>
            </a:lvl1pPr>
            <a:lvl2pPr lvl="1"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2pPr>
            <a:lvl3pPr lvl="2"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3pPr>
            <a:lvl4pPr lvl="3"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4pPr>
            <a:lvl5pPr lvl="4"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5pPr>
            <a:lvl6pPr lvl="5"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6pPr>
            <a:lvl7pPr lvl="6"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7pPr>
            <a:lvl8pPr lvl="7"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8pPr>
            <a:lvl9pPr lvl="8"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9pPr>
          </a:lstStyle>
          <a:p>
            <a:r>
              <a:t>xx%</a:t>
            </a:r>
          </a:p>
        </p:txBody>
      </p:sp>
      <p:sp>
        <p:nvSpPr>
          <p:cNvPr id="118" name="Google Shape;118;p17"/>
          <p:cNvSpPr txBox="1"/>
          <p:nvPr>
            <p:ph type="title" idx="13" hasCustomPrompt="1"/>
          </p:nvPr>
        </p:nvSpPr>
        <p:spPr>
          <a:xfrm>
            <a:off x="1210425" y="3466150"/>
            <a:ext cx="655200" cy="612600"/>
          </a:xfrm>
          <a:prstGeom prst="rect">
            <a:avLst/>
          </a:prstGeom>
          <a:noFill/>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3000"/>
              <a:buNone/>
              <a:defRPr>
                <a:solidFill>
                  <a:schemeClr val="dk1"/>
                </a:solidFill>
              </a:defRPr>
            </a:lvl1pPr>
            <a:lvl2pPr lvl="1"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2pPr>
            <a:lvl3pPr lvl="2"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3pPr>
            <a:lvl4pPr lvl="3"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4pPr>
            <a:lvl5pPr lvl="4"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5pPr>
            <a:lvl6pPr lvl="5"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6pPr>
            <a:lvl7pPr lvl="6"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7pPr>
            <a:lvl8pPr lvl="7"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8pPr>
            <a:lvl9pPr lvl="8"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9pPr>
          </a:lstStyle>
          <a:p>
            <a:r>
              <a:t>xx%</a:t>
            </a:r>
          </a:p>
        </p:txBody>
      </p:sp>
      <p:sp>
        <p:nvSpPr>
          <p:cNvPr id="119" name="Google Shape;119;p17"/>
          <p:cNvSpPr txBox="1"/>
          <p:nvPr>
            <p:ph type="title" idx="14" hasCustomPrompt="1"/>
          </p:nvPr>
        </p:nvSpPr>
        <p:spPr>
          <a:xfrm>
            <a:off x="5101375" y="1912075"/>
            <a:ext cx="655200" cy="612600"/>
          </a:xfrm>
          <a:prstGeom prst="rect">
            <a:avLst/>
          </a:prstGeom>
          <a:noFill/>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3000"/>
              <a:buNone/>
              <a:defRPr>
                <a:solidFill>
                  <a:schemeClr val="dk1"/>
                </a:solidFill>
              </a:defRPr>
            </a:lvl1pPr>
            <a:lvl2pPr lvl="1"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2pPr>
            <a:lvl3pPr lvl="2"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3pPr>
            <a:lvl4pPr lvl="3"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4pPr>
            <a:lvl5pPr lvl="4"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5pPr>
            <a:lvl6pPr lvl="5"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6pPr>
            <a:lvl7pPr lvl="6"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7pPr>
            <a:lvl8pPr lvl="7"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8pPr>
            <a:lvl9pPr lvl="8"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9pPr>
          </a:lstStyle>
          <a:p>
            <a:r>
              <a:t>xx%</a:t>
            </a:r>
          </a:p>
        </p:txBody>
      </p:sp>
      <p:sp>
        <p:nvSpPr>
          <p:cNvPr id="120" name="Google Shape;120;p17"/>
          <p:cNvSpPr txBox="1"/>
          <p:nvPr>
            <p:ph type="title" idx="15" hasCustomPrompt="1"/>
          </p:nvPr>
        </p:nvSpPr>
        <p:spPr>
          <a:xfrm>
            <a:off x="5101375" y="3466150"/>
            <a:ext cx="655200" cy="612600"/>
          </a:xfrm>
          <a:prstGeom prst="rect">
            <a:avLst/>
          </a:prstGeom>
          <a:noFill/>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3000"/>
              <a:buNone/>
              <a:defRPr>
                <a:solidFill>
                  <a:schemeClr val="dk1"/>
                </a:solidFill>
              </a:defRPr>
            </a:lvl1pPr>
            <a:lvl2pPr lvl="1"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2pPr>
            <a:lvl3pPr lvl="2"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3pPr>
            <a:lvl4pPr lvl="3"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4pPr>
            <a:lvl5pPr lvl="4"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5pPr>
            <a:lvl6pPr lvl="5"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6pPr>
            <a:lvl7pPr lvl="6"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7pPr>
            <a:lvl8pPr lvl="7"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8pPr>
            <a:lvl9pPr lvl="8" rtl="0">
              <a:lnSpc>
                <a:spcPct val="100000"/>
              </a:lnSpc>
              <a:spcBef>
                <a:spcPts val="0"/>
              </a:spcBef>
              <a:spcAft>
                <a:spcPts val="0"/>
              </a:spcAft>
              <a:buClr>
                <a:schemeClr val="dk1"/>
              </a:buClr>
              <a:buSzPts val="3000"/>
              <a:buFont typeface="Oswald Regular"/>
              <a:buNone/>
              <a:defRPr>
                <a:solidFill>
                  <a:schemeClr val="dk1"/>
                </a:solidFill>
                <a:latin typeface="Oswald Regular"/>
                <a:ea typeface="Oswald Regular"/>
                <a:cs typeface="Oswald Regular"/>
                <a:sym typeface="Oswald Regular"/>
              </a:defRPr>
            </a:lvl9pPr>
          </a:lstStyle>
          <a:p>
            <a:r>
              <a:t>xx%</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4">
  <p:cSld name="CUSTOM_3_1_3">
    <p:spTree>
      <p:nvGrpSpPr>
        <p:cNvPr id="121" name="Shape 121"/>
        <p:cNvGrpSpPr/>
        <p:nvPr/>
      </p:nvGrpSpPr>
      <p:grpSpPr>
        <a:xfrm>
          <a:off x="0" y="0"/>
          <a:ext cx="0" cy="0"/>
          <a:chOff x="0" y="0"/>
          <a:chExt cx="0" cy="0"/>
        </a:xfrm>
      </p:grpSpPr>
      <p:pic>
        <p:nvPicPr>
          <p:cNvPr id="122" name="Google Shape;122;p18"/>
          <p:cNvPicPr preferRelativeResize="0"/>
          <p:nvPr/>
        </p:nvPicPr>
        <p:blipFill>
          <a:blip r:embed="rId2"/>
          <a:stretch>
            <a:fillRect/>
          </a:stretch>
        </p:blipFill>
        <p:spPr>
          <a:xfrm>
            <a:off x="0" y="2"/>
            <a:ext cx="9144048" cy="5143500"/>
          </a:xfrm>
          <a:prstGeom prst="rect">
            <a:avLst/>
          </a:prstGeom>
          <a:noFill/>
          <a:ln>
            <a:noFill/>
          </a:ln>
        </p:spPr>
      </p:pic>
      <p:sp>
        <p:nvSpPr>
          <p:cNvPr id="123" name="Google Shape;123;p18"/>
          <p:cNvSpPr txBox="1"/>
          <p:nvPr>
            <p:ph type="title"/>
          </p:nvPr>
        </p:nvSpPr>
        <p:spPr>
          <a:xfrm>
            <a:off x="720000" y="445800"/>
            <a:ext cx="7704000" cy="576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2pPr>
            <a:lvl3pPr lvl="2"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3pPr>
            <a:lvl4pPr lvl="3"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4pPr>
            <a:lvl5pPr lvl="4"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5pPr>
            <a:lvl6pPr lvl="5"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6pPr>
            <a:lvl7pPr lvl="6"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7pPr>
            <a:lvl8pPr lvl="7"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8pPr>
            <a:lvl9pPr lvl="8"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six columns">
  <p:cSld name="CUSTOM_4">
    <p:spTree>
      <p:nvGrpSpPr>
        <p:cNvPr id="124" name="Shape 124"/>
        <p:cNvGrpSpPr/>
        <p:nvPr/>
      </p:nvGrpSpPr>
      <p:grpSpPr>
        <a:xfrm>
          <a:off x="0" y="0"/>
          <a:ext cx="0" cy="0"/>
          <a:chOff x="0" y="0"/>
          <a:chExt cx="0" cy="0"/>
        </a:xfrm>
      </p:grpSpPr>
      <p:pic>
        <p:nvPicPr>
          <p:cNvPr id="125" name="Google Shape;125;p19"/>
          <p:cNvPicPr preferRelativeResize="0"/>
          <p:nvPr/>
        </p:nvPicPr>
        <p:blipFill>
          <a:blip r:embed="rId2"/>
          <a:stretch>
            <a:fillRect/>
          </a:stretch>
        </p:blipFill>
        <p:spPr>
          <a:xfrm>
            <a:off x="0" y="0"/>
            <a:ext cx="9144000" cy="5143507"/>
          </a:xfrm>
          <a:prstGeom prst="rect">
            <a:avLst/>
          </a:prstGeom>
          <a:noFill/>
          <a:ln>
            <a:noFill/>
          </a:ln>
        </p:spPr>
      </p:pic>
      <p:sp>
        <p:nvSpPr>
          <p:cNvPr id="126" name="Google Shape;126;p19"/>
          <p:cNvSpPr txBox="1"/>
          <p:nvPr>
            <p:ph type="title"/>
          </p:nvPr>
        </p:nvSpPr>
        <p:spPr>
          <a:xfrm>
            <a:off x="720000" y="445806"/>
            <a:ext cx="7704000" cy="576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2pPr>
            <a:lvl3pPr lvl="2"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3pPr>
            <a:lvl4pPr lvl="3"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4pPr>
            <a:lvl5pPr lvl="4"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5pPr>
            <a:lvl6pPr lvl="5"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6pPr>
            <a:lvl7pPr lvl="6"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7pPr>
            <a:lvl8pPr lvl="7"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8pPr>
            <a:lvl9pPr lvl="8"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9pPr>
          </a:lstStyle>
          <a:p/>
        </p:txBody>
      </p:sp>
      <p:sp>
        <p:nvSpPr>
          <p:cNvPr id="127" name="Google Shape;127;p19"/>
          <p:cNvSpPr txBox="1"/>
          <p:nvPr>
            <p:ph type="subTitle" idx="1"/>
          </p:nvPr>
        </p:nvSpPr>
        <p:spPr>
          <a:xfrm>
            <a:off x="872400" y="1990248"/>
            <a:ext cx="21402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000">
                <a:solidFill>
                  <a:schemeClr val="dk2"/>
                </a:solidFill>
                <a:latin typeface="Oswald"/>
                <a:ea typeface="Oswald"/>
                <a:cs typeface="Oswald"/>
                <a:sym typeface="Oswald"/>
              </a:defRPr>
            </a:lvl1pPr>
            <a:lvl2pPr lvl="1" rtl="0">
              <a:lnSpc>
                <a:spcPct val="100000"/>
              </a:lnSpc>
              <a:spcBef>
                <a:spcPts val="0"/>
              </a:spcBef>
              <a:spcAft>
                <a:spcPts val="0"/>
              </a:spcAft>
              <a:buNone/>
              <a:defRPr sz="2000">
                <a:solidFill>
                  <a:schemeClr val="dk2"/>
                </a:solidFill>
                <a:latin typeface="Oswald"/>
                <a:ea typeface="Oswald"/>
                <a:cs typeface="Oswald"/>
                <a:sym typeface="Oswald"/>
              </a:defRPr>
            </a:lvl2pPr>
            <a:lvl3pPr lvl="2" rtl="0">
              <a:lnSpc>
                <a:spcPct val="100000"/>
              </a:lnSpc>
              <a:spcBef>
                <a:spcPts val="0"/>
              </a:spcBef>
              <a:spcAft>
                <a:spcPts val="0"/>
              </a:spcAft>
              <a:buNone/>
              <a:defRPr sz="2000">
                <a:solidFill>
                  <a:schemeClr val="dk2"/>
                </a:solidFill>
                <a:latin typeface="Oswald"/>
                <a:ea typeface="Oswald"/>
                <a:cs typeface="Oswald"/>
                <a:sym typeface="Oswald"/>
              </a:defRPr>
            </a:lvl3pPr>
            <a:lvl4pPr lvl="3" rtl="0">
              <a:lnSpc>
                <a:spcPct val="100000"/>
              </a:lnSpc>
              <a:spcBef>
                <a:spcPts val="0"/>
              </a:spcBef>
              <a:spcAft>
                <a:spcPts val="0"/>
              </a:spcAft>
              <a:buNone/>
              <a:defRPr sz="2000">
                <a:solidFill>
                  <a:schemeClr val="dk2"/>
                </a:solidFill>
                <a:latin typeface="Oswald"/>
                <a:ea typeface="Oswald"/>
                <a:cs typeface="Oswald"/>
                <a:sym typeface="Oswald"/>
              </a:defRPr>
            </a:lvl4pPr>
            <a:lvl5pPr lvl="4" rtl="0">
              <a:lnSpc>
                <a:spcPct val="100000"/>
              </a:lnSpc>
              <a:spcBef>
                <a:spcPts val="0"/>
              </a:spcBef>
              <a:spcAft>
                <a:spcPts val="0"/>
              </a:spcAft>
              <a:buNone/>
              <a:defRPr sz="2000">
                <a:solidFill>
                  <a:schemeClr val="dk2"/>
                </a:solidFill>
                <a:latin typeface="Oswald"/>
                <a:ea typeface="Oswald"/>
                <a:cs typeface="Oswald"/>
                <a:sym typeface="Oswald"/>
              </a:defRPr>
            </a:lvl5pPr>
            <a:lvl6pPr lvl="5" rtl="0">
              <a:lnSpc>
                <a:spcPct val="100000"/>
              </a:lnSpc>
              <a:spcBef>
                <a:spcPts val="0"/>
              </a:spcBef>
              <a:spcAft>
                <a:spcPts val="0"/>
              </a:spcAft>
              <a:buNone/>
              <a:defRPr sz="2000">
                <a:solidFill>
                  <a:schemeClr val="dk2"/>
                </a:solidFill>
                <a:latin typeface="Oswald"/>
                <a:ea typeface="Oswald"/>
                <a:cs typeface="Oswald"/>
                <a:sym typeface="Oswald"/>
              </a:defRPr>
            </a:lvl6pPr>
            <a:lvl7pPr lvl="6" rtl="0">
              <a:lnSpc>
                <a:spcPct val="100000"/>
              </a:lnSpc>
              <a:spcBef>
                <a:spcPts val="0"/>
              </a:spcBef>
              <a:spcAft>
                <a:spcPts val="0"/>
              </a:spcAft>
              <a:buNone/>
              <a:defRPr sz="2000">
                <a:solidFill>
                  <a:schemeClr val="dk2"/>
                </a:solidFill>
                <a:latin typeface="Oswald"/>
                <a:ea typeface="Oswald"/>
                <a:cs typeface="Oswald"/>
                <a:sym typeface="Oswald"/>
              </a:defRPr>
            </a:lvl7pPr>
            <a:lvl8pPr lvl="7" rtl="0">
              <a:lnSpc>
                <a:spcPct val="100000"/>
              </a:lnSpc>
              <a:spcBef>
                <a:spcPts val="0"/>
              </a:spcBef>
              <a:spcAft>
                <a:spcPts val="0"/>
              </a:spcAft>
              <a:buNone/>
              <a:defRPr sz="2000">
                <a:solidFill>
                  <a:schemeClr val="dk2"/>
                </a:solidFill>
                <a:latin typeface="Oswald"/>
                <a:ea typeface="Oswald"/>
                <a:cs typeface="Oswald"/>
                <a:sym typeface="Oswald"/>
              </a:defRPr>
            </a:lvl8pPr>
            <a:lvl9pPr lvl="8" rtl="0">
              <a:lnSpc>
                <a:spcPct val="100000"/>
              </a:lnSpc>
              <a:spcBef>
                <a:spcPts val="0"/>
              </a:spcBef>
              <a:spcAft>
                <a:spcPts val="0"/>
              </a:spcAft>
              <a:buNone/>
              <a:defRPr sz="2000">
                <a:solidFill>
                  <a:schemeClr val="dk2"/>
                </a:solidFill>
                <a:latin typeface="Oswald"/>
                <a:ea typeface="Oswald"/>
                <a:cs typeface="Oswald"/>
                <a:sym typeface="Oswald"/>
              </a:defRPr>
            </a:lvl9pPr>
          </a:lstStyle>
          <a:p/>
        </p:txBody>
      </p:sp>
      <p:sp>
        <p:nvSpPr>
          <p:cNvPr id="128" name="Google Shape;128;p19"/>
          <p:cNvSpPr txBox="1"/>
          <p:nvPr>
            <p:ph type="subTitle" idx="2"/>
          </p:nvPr>
        </p:nvSpPr>
        <p:spPr>
          <a:xfrm>
            <a:off x="872400" y="2285523"/>
            <a:ext cx="2140200" cy="61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600"/>
            </a:lvl1pPr>
            <a:lvl2pPr lvl="1" rtl="0">
              <a:lnSpc>
                <a:spcPct val="100000"/>
              </a:lnSpc>
              <a:spcBef>
                <a:spcPts val="1600"/>
              </a:spcBef>
              <a:spcAft>
                <a:spcPts val="0"/>
              </a:spcAft>
              <a:buNone/>
              <a:defRPr/>
            </a:lvl2pPr>
            <a:lvl3pPr lvl="2" rtl="0">
              <a:lnSpc>
                <a:spcPct val="100000"/>
              </a:lnSpc>
              <a:spcBef>
                <a:spcPts val="1600"/>
              </a:spcBef>
              <a:spcAft>
                <a:spcPts val="0"/>
              </a:spcAft>
              <a:buNone/>
              <a:defRPr/>
            </a:lvl3pPr>
            <a:lvl4pPr lvl="3" rtl="0">
              <a:lnSpc>
                <a:spcPct val="100000"/>
              </a:lnSpc>
              <a:spcBef>
                <a:spcPts val="1600"/>
              </a:spcBef>
              <a:spcAft>
                <a:spcPts val="0"/>
              </a:spcAft>
              <a:buNone/>
              <a:defRPr/>
            </a:lvl4pPr>
            <a:lvl5pPr lvl="4" rtl="0">
              <a:lnSpc>
                <a:spcPct val="100000"/>
              </a:lnSpc>
              <a:spcBef>
                <a:spcPts val="1600"/>
              </a:spcBef>
              <a:spcAft>
                <a:spcPts val="0"/>
              </a:spcAft>
              <a:buNone/>
              <a:defRPr/>
            </a:lvl5pPr>
            <a:lvl6pPr lvl="5" rtl="0">
              <a:lnSpc>
                <a:spcPct val="100000"/>
              </a:lnSpc>
              <a:spcBef>
                <a:spcPts val="1600"/>
              </a:spcBef>
              <a:spcAft>
                <a:spcPts val="0"/>
              </a:spcAft>
              <a:buNone/>
              <a:defRPr/>
            </a:lvl6pPr>
            <a:lvl7pPr lvl="6" rtl="0">
              <a:lnSpc>
                <a:spcPct val="100000"/>
              </a:lnSpc>
              <a:spcBef>
                <a:spcPts val="1600"/>
              </a:spcBef>
              <a:spcAft>
                <a:spcPts val="0"/>
              </a:spcAft>
              <a:buNone/>
              <a:defRPr/>
            </a:lvl7pPr>
            <a:lvl8pPr lvl="7" rtl="0">
              <a:lnSpc>
                <a:spcPct val="100000"/>
              </a:lnSpc>
              <a:spcBef>
                <a:spcPts val="1600"/>
              </a:spcBef>
              <a:spcAft>
                <a:spcPts val="0"/>
              </a:spcAft>
              <a:buNone/>
              <a:defRPr/>
            </a:lvl8pPr>
            <a:lvl9pPr lvl="8" rtl="0">
              <a:lnSpc>
                <a:spcPct val="100000"/>
              </a:lnSpc>
              <a:spcBef>
                <a:spcPts val="1600"/>
              </a:spcBef>
              <a:spcAft>
                <a:spcPts val="1600"/>
              </a:spcAft>
              <a:buNone/>
              <a:defRPr/>
            </a:lvl9pPr>
          </a:lstStyle>
          <a:p/>
        </p:txBody>
      </p:sp>
      <p:sp>
        <p:nvSpPr>
          <p:cNvPr id="129" name="Google Shape;129;p19"/>
          <p:cNvSpPr txBox="1"/>
          <p:nvPr>
            <p:ph type="subTitle" idx="3"/>
          </p:nvPr>
        </p:nvSpPr>
        <p:spPr>
          <a:xfrm>
            <a:off x="3501900" y="1990248"/>
            <a:ext cx="21402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000">
                <a:solidFill>
                  <a:schemeClr val="dk2"/>
                </a:solidFill>
                <a:latin typeface="Oswald"/>
                <a:ea typeface="Oswald"/>
                <a:cs typeface="Oswald"/>
                <a:sym typeface="Oswald"/>
              </a:defRPr>
            </a:lvl1pPr>
            <a:lvl2pPr lvl="1" rtl="0">
              <a:lnSpc>
                <a:spcPct val="100000"/>
              </a:lnSpc>
              <a:spcBef>
                <a:spcPts val="0"/>
              </a:spcBef>
              <a:spcAft>
                <a:spcPts val="0"/>
              </a:spcAft>
              <a:buNone/>
              <a:defRPr sz="2000">
                <a:solidFill>
                  <a:schemeClr val="dk2"/>
                </a:solidFill>
                <a:latin typeface="Oswald"/>
                <a:ea typeface="Oswald"/>
                <a:cs typeface="Oswald"/>
                <a:sym typeface="Oswald"/>
              </a:defRPr>
            </a:lvl2pPr>
            <a:lvl3pPr lvl="2" rtl="0">
              <a:lnSpc>
                <a:spcPct val="100000"/>
              </a:lnSpc>
              <a:spcBef>
                <a:spcPts val="0"/>
              </a:spcBef>
              <a:spcAft>
                <a:spcPts val="0"/>
              </a:spcAft>
              <a:buNone/>
              <a:defRPr sz="2000">
                <a:solidFill>
                  <a:schemeClr val="dk2"/>
                </a:solidFill>
                <a:latin typeface="Oswald"/>
                <a:ea typeface="Oswald"/>
                <a:cs typeface="Oswald"/>
                <a:sym typeface="Oswald"/>
              </a:defRPr>
            </a:lvl3pPr>
            <a:lvl4pPr lvl="3" rtl="0">
              <a:lnSpc>
                <a:spcPct val="100000"/>
              </a:lnSpc>
              <a:spcBef>
                <a:spcPts val="0"/>
              </a:spcBef>
              <a:spcAft>
                <a:spcPts val="0"/>
              </a:spcAft>
              <a:buNone/>
              <a:defRPr sz="2000">
                <a:solidFill>
                  <a:schemeClr val="dk2"/>
                </a:solidFill>
                <a:latin typeface="Oswald"/>
                <a:ea typeface="Oswald"/>
                <a:cs typeface="Oswald"/>
                <a:sym typeface="Oswald"/>
              </a:defRPr>
            </a:lvl4pPr>
            <a:lvl5pPr lvl="4" rtl="0">
              <a:lnSpc>
                <a:spcPct val="100000"/>
              </a:lnSpc>
              <a:spcBef>
                <a:spcPts val="0"/>
              </a:spcBef>
              <a:spcAft>
                <a:spcPts val="0"/>
              </a:spcAft>
              <a:buNone/>
              <a:defRPr sz="2000">
                <a:solidFill>
                  <a:schemeClr val="dk2"/>
                </a:solidFill>
                <a:latin typeface="Oswald"/>
                <a:ea typeface="Oswald"/>
                <a:cs typeface="Oswald"/>
                <a:sym typeface="Oswald"/>
              </a:defRPr>
            </a:lvl5pPr>
            <a:lvl6pPr lvl="5" rtl="0">
              <a:lnSpc>
                <a:spcPct val="100000"/>
              </a:lnSpc>
              <a:spcBef>
                <a:spcPts val="0"/>
              </a:spcBef>
              <a:spcAft>
                <a:spcPts val="0"/>
              </a:spcAft>
              <a:buNone/>
              <a:defRPr sz="2000">
                <a:solidFill>
                  <a:schemeClr val="dk2"/>
                </a:solidFill>
                <a:latin typeface="Oswald"/>
                <a:ea typeface="Oswald"/>
                <a:cs typeface="Oswald"/>
                <a:sym typeface="Oswald"/>
              </a:defRPr>
            </a:lvl6pPr>
            <a:lvl7pPr lvl="6" rtl="0">
              <a:lnSpc>
                <a:spcPct val="100000"/>
              </a:lnSpc>
              <a:spcBef>
                <a:spcPts val="0"/>
              </a:spcBef>
              <a:spcAft>
                <a:spcPts val="0"/>
              </a:spcAft>
              <a:buNone/>
              <a:defRPr sz="2000">
                <a:solidFill>
                  <a:schemeClr val="dk2"/>
                </a:solidFill>
                <a:latin typeface="Oswald"/>
                <a:ea typeface="Oswald"/>
                <a:cs typeface="Oswald"/>
                <a:sym typeface="Oswald"/>
              </a:defRPr>
            </a:lvl7pPr>
            <a:lvl8pPr lvl="7" rtl="0">
              <a:lnSpc>
                <a:spcPct val="100000"/>
              </a:lnSpc>
              <a:spcBef>
                <a:spcPts val="0"/>
              </a:spcBef>
              <a:spcAft>
                <a:spcPts val="0"/>
              </a:spcAft>
              <a:buNone/>
              <a:defRPr sz="2000">
                <a:solidFill>
                  <a:schemeClr val="dk2"/>
                </a:solidFill>
                <a:latin typeface="Oswald"/>
                <a:ea typeface="Oswald"/>
                <a:cs typeface="Oswald"/>
                <a:sym typeface="Oswald"/>
              </a:defRPr>
            </a:lvl8pPr>
            <a:lvl9pPr lvl="8" rtl="0">
              <a:lnSpc>
                <a:spcPct val="100000"/>
              </a:lnSpc>
              <a:spcBef>
                <a:spcPts val="0"/>
              </a:spcBef>
              <a:spcAft>
                <a:spcPts val="0"/>
              </a:spcAft>
              <a:buNone/>
              <a:defRPr sz="2000">
                <a:solidFill>
                  <a:schemeClr val="dk2"/>
                </a:solidFill>
                <a:latin typeface="Oswald"/>
                <a:ea typeface="Oswald"/>
                <a:cs typeface="Oswald"/>
                <a:sym typeface="Oswald"/>
              </a:defRPr>
            </a:lvl9pPr>
          </a:lstStyle>
          <a:p/>
        </p:txBody>
      </p:sp>
      <p:sp>
        <p:nvSpPr>
          <p:cNvPr id="130" name="Google Shape;130;p19"/>
          <p:cNvSpPr txBox="1"/>
          <p:nvPr>
            <p:ph type="subTitle" idx="4"/>
          </p:nvPr>
        </p:nvSpPr>
        <p:spPr>
          <a:xfrm>
            <a:off x="3501900" y="2285523"/>
            <a:ext cx="2140200" cy="61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600"/>
            </a:lvl1pPr>
            <a:lvl2pPr lvl="1" rtl="0">
              <a:lnSpc>
                <a:spcPct val="100000"/>
              </a:lnSpc>
              <a:spcBef>
                <a:spcPts val="1600"/>
              </a:spcBef>
              <a:spcAft>
                <a:spcPts val="0"/>
              </a:spcAft>
              <a:buNone/>
              <a:defRPr/>
            </a:lvl2pPr>
            <a:lvl3pPr lvl="2" rtl="0">
              <a:lnSpc>
                <a:spcPct val="100000"/>
              </a:lnSpc>
              <a:spcBef>
                <a:spcPts val="1600"/>
              </a:spcBef>
              <a:spcAft>
                <a:spcPts val="0"/>
              </a:spcAft>
              <a:buNone/>
              <a:defRPr/>
            </a:lvl3pPr>
            <a:lvl4pPr lvl="3" rtl="0">
              <a:lnSpc>
                <a:spcPct val="100000"/>
              </a:lnSpc>
              <a:spcBef>
                <a:spcPts val="1600"/>
              </a:spcBef>
              <a:spcAft>
                <a:spcPts val="0"/>
              </a:spcAft>
              <a:buNone/>
              <a:defRPr/>
            </a:lvl4pPr>
            <a:lvl5pPr lvl="4" rtl="0">
              <a:lnSpc>
                <a:spcPct val="100000"/>
              </a:lnSpc>
              <a:spcBef>
                <a:spcPts val="1600"/>
              </a:spcBef>
              <a:spcAft>
                <a:spcPts val="0"/>
              </a:spcAft>
              <a:buNone/>
              <a:defRPr/>
            </a:lvl5pPr>
            <a:lvl6pPr lvl="5" rtl="0">
              <a:lnSpc>
                <a:spcPct val="100000"/>
              </a:lnSpc>
              <a:spcBef>
                <a:spcPts val="1600"/>
              </a:spcBef>
              <a:spcAft>
                <a:spcPts val="0"/>
              </a:spcAft>
              <a:buNone/>
              <a:defRPr/>
            </a:lvl6pPr>
            <a:lvl7pPr lvl="6" rtl="0">
              <a:lnSpc>
                <a:spcPct val="100000"/>
              </a:lnSpc>
              <a:spcBef>
                <a:spcPts val="1600"/>
              </a:spcBef>
              <a:spcAft>
                <a:spcPts val="0"/>
              </a:spcAft>
              <a:buNone/>
              <a:defRPr/>
            </a:lvl7pPr>
            <a:lvl8pPr lvl="7" rtl="0">
              <a:lnSpc>
                <a:spcPct val="100000"/>
              </a:lnSpc>
              <a:spcBef>
                <a:spcPts val="1600"/>
              </a:spcBef>
              <a:spcAft>
                <a:spcPts val="0"/>
              </a:spcAft>
              <a:buNone/>
              <a:defRPr/>
            </a:lvl8pPr>
            <a:lvl9pPr lvl="8" rtl="0">
              <a:lnSpc>
                <a:spcPct val="100000"/>
              </a:lnSpc>
              <a:spcBef>
                <a:spcPts val="1600"/>
              </a:spcBef>
              <a:spcAft>
                <a:spcPts val="1600"/>
              </a:spcAft>
              <a:buNone/>
              <a:defRPr/>
            </a:lvl9pPr>
          </a:lstStyle>
          <a:p/>
        </p:txBody>
      </p:sp>
      <p:sp>
        <p:nvSpPr>
          <p:cNvPr id="131" name="Google Shape;131;p19"/>
          <p:cNvSpPr txBox="1"/>
          <p:nvPr>
            <p:ph type="subTitle" idx="5"/>
          </p:nvPr>
        </p:nvSpPr>
        <p:spPr>
          <a:xfrm>
            <a:off x="6131400" y="1990248"/>
            <a:ext cx="21402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000">
                <a:solidFill>
                  <a:schemeClr val="dk2"/>
                </a:solidFill>
                <a:latin typeface="Oswald"/>
                <a:ea typeface="Oswald"/>
                <a:cs typeface="Oswald"/>
                <a:sym typeface="Oswald"/>
              </a:defRPr>
            </a:lvl1pPr>
            <a:lvl2pPr lvl="1" rtl="0">
              <a:lnSpc>
                <a:spcPct val="100000"/>
              </a:lnSpc>
              <a:spcBef>
                <a:spcPts val="0"/>
              </a:spcBef>
              <a:spcAft>
                <a:spcPts val="0"/>
              </a:spcAft>
              <a:buNone/>
              <a:defRPr sz="2000">
                <a:solidFill>
                  <a:schemeClr val="dk2"/>
                </a:solidFill>
                <a:latin typeface="Oswald"/>
                <a:ea typeface="Oswald"/>
                <a:cs typeface="Oswald"/>
                <a:sym typeface="Oswald"/>
              </a:defRPr>
            </a:lvl2pPr>
            <a:lvl3pPr lvl="2" rtl="0">
              <a:lnSpc>
                <a:spcPct val="100000"/>
              </a:lnSpc>
              <a:spcBef>
                <a:spcPts val="0"/>
              </a:spcBef>
              <a:spcAft>
                <a:spcPts val="0"/>
              </a:spcAft>
              <a:buNone/>
              <a:defRPr sz="2000">
                <a:solidFill>
                  <a:schemeClr val="dk2"/>
                </a:solidFill>
                <a:latin typeface="Oswald"/>
                <a:ea typeface="Oswald"/>
                <a:cs typeface="Oswald"/>
                <a:sym typeface="Oswald"/>
              </a:defRPr>
            </a:lvl3pPr>
            <a:lvl4pPr lvl="3" rtl="0">
              <a:lnSpc>
                <a:spcPct val="100000"/>
              </a:lnSpc>
              <a:spcBef>
                <a:spcPts val="0"/>
              </a:spcBef>
              <a:spcAft>
                <a:spcPts val="0"/>
              </a:spcAft>
              <a:buNone/>
              <a:defRPr sz="2000">
                <a:solidFill>
                  <a:schemeClr val="dk2"/>
                </a:solidFill>
                <a:latin typeface="Oswald"/>
                <a:ea typeface="Oswald"/>
                <a:cs typeface="Oswald"/>
                <a:sym typeface="Oswald"/>
              </a:defRPr>
            </a:lvl4pPr>
            <a:lvl5pPr lvl="4" rtl="0">
              <a:lnSpc>
                <a:spcPct val="100000"/>
              </a:lnSpc>
              <a:spcBef>
                <a:spcPts val="0"/>
              </a:spcBef>
              <a:spcAft>
                <a:spcPts val="0"/>
              </a:spcAft>
              <a:buNone/>
              <a:defRPr sz="2000">
                <a:solidFill>
                  <a:schemeClr val="dk2"/>
                </a:solidFill>
                <a:latin typeface="Oswald"/>
                <a:ea typeface="Oswald"/>
                <a:cs typeface="Oswald"/>
                <a:sym typeface="Oswald"/>
              </a:defRPr>
            </a:lvl5pPr>
            <a:lvl6pPr lvl="5" rtl="0">
              <a:lnSpc>
                <a:spcPct val="100000"/>
              </a:lnSpc>
              <a:spcBef>
                <a:spcPts val="0"/>
              </a:spcBef>
              <a:spcAft>
                <a:spcPts val="0"/>
              </a:spcAft>
              <a:buNone/>
              <a:defRPr sz="2000">
                <a:solidFill>
                  <a:schemeClr val="dk2"/>
                </a:solidFill>
                <a:latin typeface="Oswald"/>
                <a:ea typeface="Oswald"/>
                <a:cs typeface="Oswald"/>
                <a:sym typeface="Oswald"/>
              </a:defRPr>
            </a:lvl6pPr>
            <a:lvl7pPr lvl="6" rtl="0">
              <a:lnSpc>
                <a:spcPct val="100000"/>
              </a:lnSpc>
              <a:spcBef>
                <a:spcPts val="0"/>
              </a:spcBef>
              <a:spcAft>
                <a:spcPts val="0"/>
              </a:spcAft>
              <a:buNone/>
              <a:defRPr sz="2000">
                <a:solidFill>
                  <a:schemeClr val="dk2"/>
                </a:solidFill>
                <a:latin typeface="Oswald"/>
                <a:ea typeface="Oswald"/>
                <a:cs typeface="Oswald"/>
                <a:sym typeface="Oswald"/>
              </a:defRPr>
            </a:lvl7pPr>
            <a:lvl8pPr lvl="7" rtl="0">
              <a:lnSpc>
                <a:spcPct val="100000"/>
              </a:lnSpc>
              <a:spcBef>
                <a:spcPts val="0"/>
              </a:spcBef>
              <a:spcAft>
                <a:spcPts val="0"/>
              </a:spcAft>
              <a:buNone/>
              <a:defRPr sz="2000">
                <a:solidFill>
                  <a:schemeClr val="dk2"/>
                </a:solidFill>
                <a:latin typeface="Oswald"/>
                <a:ea typeface="Oswald"/>
                <a:cs typeface="Oswald"/>
                <a:sym typeface="Oswald"/>
              </a:defRPr>
            </a:lvl8pPr>
            <a:lvl9pPr lvl="8" rtl="0">
              <a:lnSpc>
                <a:spcPct val="100000"/>
              </a:lnSpc>
              <a:spcBef>
                <a:spcPts val="0"/>
              </a:spcBef>
              <a:spcAft>
                <a:spcPts val="0"/>
              </a:spcAft>
              <a:buNone/>
              <a:defRPr sz="2000">
                <a:solidFill>
                  <a:schemeClr val="dk2"/>
                </a:solidFill>
                <a:latin typeface="Oswald"/>
                <a:ea typeface="Oswald"/>
                <a:cs typeface="Oswald"/>
                <a:sym typeface="Oswald"/>
              </a:defRPr>
            </a:lvl9pPr>
          </a:lstStyle>
          <a:p/>
        </p:txBody>
      </p:sp>
      <p:sp>
        <p:nvSpPr>
          <p:cNvPr id="132" name="Google Shape;132;p19"/>
          <p:cNvSpPr txBox="1"/>
          <p:nvPr>
            <p:ph type="subTitle" idx="6"/>
          </p:nvPr>
        </p:nvSpPr>
        <p:spPr>
          <a:xfrm>
            <a:off x="6131400" y="2285523"/>
            <a:ext cx="2140200" cy="61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600"/>
            </a:lvl1pPr>
            <a:lvl2pPr lvl="1" rtl="0">
              <a:lnSpc>
                <a:spcPct val="100000"/>
              </a:lnSpc>
              <a:spcBef>
                <a:spcPts val="1600"/>
              </a:spcBef>
              <a:spcAft>
                <a:spcPts val="0"/>
              </a:spcAft>
              <a:buNone/>
              <a:defRPr/>
            </a:lvl2pPr>
            <a:lvl3pPr lvl="2" rtl="0">
              <a:lnSpc>
                <a:spcPct val="100000"/>
              </a:lnSpc>
              <a:spcBef>
                <a:spcPts val="1600"/>
              </a:spcBef>
              <a:spcAft>
                <a:spcPts val="0"/>
              </a:spcAft>
              <a:buNone/>
              <a:defRPr/>
            </a:lvl3pPr>
            <a:lvl4pPr lvl="3" rtl="0">
              <a:lnSpc>
                <a:spcPct val="100000"/>
              </a:lnSpc>
              <a:spcBef>
                <a:spcPts val="1600"/>
              </a:spcBef>
              <a:spcAft>
                <a:spcPts val="0"/>
              </a:spcAft>
              <a:buNone/>
              <a:defRPr/>
            </a:lvl4pPr>
            <a:lvl5pPr lvl="4" rtl="0">
              <a:lnSpc>
                <a:spcPct val="100000"/>
              </a:lnSpc>
              <a:spcBef>
                <a:spcPts val="1600"/>
              </a:spcBef>
              <a:spcAft>
                <a:spcPts val="0"/>
              </a:spcAft>
              <a:buNone/>
              <a:defRPr/>
            </a:lvl5pPr>
            <a:lvl6pPr lvl="5" rtl="0">
              <a:lnSpc>
                <a:spcPct val="100000"/>
              </a:lnSpc>
              <a:spcBef>
                <a:spcPts val="1600"/>
              </a:spcBef>
              <a:spcAft>
                <a:spcPts val="0"/>
              </a:spcAft>
              <a:buNone/>
              <a:defRPr/>
            </a:lvl6pPr>
            <a:lvl7pPr lvl="6" rtl="0">
              <a:lnSpc>
                <a:spcPct val="100000"/>
              </a:lnSpc>
              <a:spcBef>
                <a:spcPts val="1600"/>
              </a:spcBef>
              <a:spcAft>
                <a:spcPts val="0"/>
              </a:spcAft>
              <a:buNone/>
              <a:defRPr/>
            </a:lvl7pPr>
            <a:lvl8pPr lvl="7" rtl="0">
              <a:lnSpc>
                <a:spcPct val="100000"/>
              </a:lnSpc>
              <a:spcBef>
                <a:spcPts val="1600"/>
              </a:spcBef>
              <a:spcAft>
                <a:spcPts val="0"/>
              </a:spcAft>
              <a:buNone/>
              <a:defRPr/>
            </a:lvl8pPr>
            <a:lvl9pPr lvl="8" rtl="0">
              <a:lnSpc>
                <a:spcPct val="100000"/>
              </a:lnSpc>
              <a:spcBef>
                <a:spcPts val="1600"/>
              </a:spcBef>
              <a:spcAft>
                <a:spcPts val="1600"/>
              </a:spcAft>
              <a:buNone/>
              <a:defRPr/>
            </a:lvl9pPr>
          </a:lstStyle>
          <a:p/>
        </p:txBody>
      </p:sp>
      <p:sp>
        <p:nvSpPr>
          <p:cNvPr id="133" name="Google Shape;133;p19"/>
          <p:cNvSpPr txBox="1"/>
          <p:nvPr>
            <p:ph type="subTitle" idx="7"/>
          </p:nvPr>
        </p:nvSpPr>
        <p:spPr>
          <a:xfrm>
            <a:off x="872400" y="3630450"/>
            <a:ext cx="21402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000">
                <a:solidFill>
                  <a:schemeClr val="dk2"/>
                </a:solidFill>
                <a:latin typeface="Oswald"/>
                <a:ea typeface="Oswald"/>
                <a:cs typeface="Oswald"/>
                <a:sym typeface="Oswald"/>
              </a:defRPr>
            </a:lvl1pPr>
            <a:lvl2pPr lvl="1" rtl="0">
              <a:lnSpc>
                <a:spcPct val="100000"/>
              </a:lnSpc>
              <a:spcBef>
                <a:spcPts val="0"/>
              </a:spcBef>
              <a:spcAft>
                <a:spcPts val="0"/>
              </a:spcAft>
              <a:buNone/>
              <a:defRPr sz="2000">
                <a:solidFill>
                  <a:schemeClr val="dk2"/>
                </a:solidFill>
                <a:latin typeface="Oswald"/>
                <a:ea typeface="Oswald"/>
                <a:cs typeface="Oswald"/>
                <a:sym typeface="Oswald"/>
              </a:defRPr>
            </a:lvl2pPr>
            <a:lvl3pPr lvl="2" rtl="0">
              <a:lnSpc>
                <a:spcPct val="100000"/>
              </a:lnSpc>
              <a:spcBef>
                <a:spcPts val="0"/>
              </a:spcBef>
              <a:spcAft>
                <a:spcPts val="0"/>
              </a:spcAft>
              <a:buNone/>
              <a:defRPr sz="2000">
                <a:solidFill>
                  <a:schemeClr val="dk2"/>
                </a:solidFill>
                <a:latin typeface="Oswald"/>
                <a:ea typeface="Oswald"/>
                <a:cs typeface="Oswald"/>
                <a:sym typeface="Oswald"/>
              </a:defRPr>
            </a:lvl3pPr>
            <a:lvl4pPr lvl="3" rtl="0">
              <a:lnSpc>
                <a:spcPct val="100000"/>
              </a:lnSpc>
              <a:spcBef>
                <a:spcPts val="0"/>
              </a:spcBef>
              <a:spcAft>
                <a:spcPts val="0"/>
              </a:spcAft>
              <a:buNone/>
              <a:defRPr sz="2000">
                <a:solidFill>
                  <a:schemeClr val="dk2"/>
                </a:solidFill>
                <a:latin typeface="Oswald"/>
                <a:ea typeface="Oswald"/>
                <a:cs typeface="Oswald"/>
                <a:sym typeface="Oswald"/>
              </a:defRPr>
            </a:lvl4pPr>
            <a:lvl5pPr lvl="4" rtl="0">
              <a:lnSpc>
                <a:spcPct val="100000"/>
              </a:lnSpc>
              <a:spcBef>
                <a:spcPts val="0"/>
              </a:spcBef>
              <a:spcAft>
                <a:spcPts val="0"/>
              </a:spcAft>
              <a:buNone/>
              <a:defRPr sz="2000">
                <a:solidFill>
                  <a:schemeClr val="dk2"/>
                </a:solidFill>
                <a:latin typeface="Oswald"/>
                <a:ea typeface="Oswald"/>
                <a:cs typeface="Oswald"/>
                <a:sym typeface="Oswald"/>
              </a:defRPr>
            </a:lvl5pPr>
            <a:lvl6pPr lvl="5" rtl="0">
              <a:lnSpc>
                <a:spcPct val="100000"/>
              </a:lnSpc>
              <a:spcBef>
                <a:spcPts val="0"/>
              </a:spcBef>
              <a:spcAft>
                <a:spcPts val="0"/>
              </a:spcAft>
              <a:buNone/>
              <a:defRPr sz="2000">
                <a:solidFill>
                  <a:schemeClr val="dk2"/>
                </a:solidFill>
                <a:latin typeface="Oswald"/>
                <a:ea typeface="Oswald"/>
                <a:cs typeface="Oswald"/>
                <a:sym typeface="Oswald"/>
              </a:defRPr>
            </a:lvl6pPr>
            <a:lvl7pPr lvl="6" rtl="0">
              <a:lnSpc>
                <a:spcPct val="100000"/>
              </a:lnSpc>
              <a:spcBef>
                <a:spcPts val="0"/>
              </a:spcBef>
              <a:spcAft>
                <a:spcPts val="0"/>
              </a:spcAft>
              <a:buNone/>
              <a:defRPr sz="2000">
                <a:solidFill>
                  <a:schemeClr val="dk2"/>
                </a:solidFill>
                <a:latin typeface="Oswald"/>
                <a:ea typeface="Oswald"/>
                <a:cs typeface="Oswald"/>
                <a:sym typeface="Oswald"/>
              </a:defRPr>
            </a:lvl7pPr>
            <a:lvl8pPr lvl="7" rtl="0">
              <a:lnSpc>
                <a:spcPct val="100000"/>
              </a:lnSpc>
              <a:spcBef>
                <a:spcPts val="0"/>
              </a:spcBef>
              <a:spcAft>
                <a:spcPts val="0"/>
              </a:spcAft>
              <a:buNone/>
              <a:defRPr sz="2000">
                <a:solidFill>
                  <a:schemeClr val="dk2"/>
                </a:solidFill>
                <a:latin typeface="Oswald"/>
                <a:ea typeface="Oswald"/>
                <a:cs typeface="Oswald"/>
                <a:sym typeface="Oswald"/>
              </a:defRPr>
            </a:lvl8pPr>
            <a:lvl9pPr lvl="8" rtl="0">
              <a:lnSpc>
                <a:spcPct val="100000"/>
              </a:lnSpc>
              <a:spcBef>
                <a:spcPts val="0"/>
              </a:spcBef>
              <a:spcAft>
                <a:spcPts val="0"/>
              </a:spcAft>
              <a:buNone/>
              <a:defRPr sz="2000">
                <a:solidFill>
                  <a:schemeClr val="dk2"/>
                </a:solidFill>
                <a:latin typeface="Oswald"/>
                <a:ea typeface="Oswald"/>
                <a:cs typeface="Oswald"/>
                <a:sym typeface="Oswald"/>
              </a:defRPr>
            </a:lvl9pPr>
          </a:lstStyle>
          <a:p/>
        </p:txBody>
      </p:sp>
      <p:sp>
        <p:nvSpPr>
          <p:cNvPr id="134" name="Google Shape;134;p19"/>
          <p:cNvSpPr txBox="1"/>
          <p:nvPr>
            <p:ph type="subTitle" idx="8"/>
          </p:nvPr>
        </p:nvSpPr>
        <p:spPr>
          <a:xfrm>
            <a:off x="872400" y="3925725"/>
            <a:ext cx="2140200" cy="61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600"/>
            </a:lvl1pPr>
            <a:lvl2pPr lvl="1" rtl="0">
              <a:lnSpc>
                <a:spcPct val="100000"/>
              </a:lnSpc>
              <a:spcBef>
                <a:spcPts val="1600"/>
              </a:spcBef>
              <a:spcAft>
                <a:spcPts val="0"/>
              </a:spcAft>
              <a:buNone/>
              <a:defRPr/>
            </a:lvl2pPr>
            <a:lvl3pPr lvl="2" rtl="0">
              <a:lnSpc>
                <a:spcPct val="100000"/>
              </a:lnSpc>
              <a:spcBef>
                <a:spcPts val="1600"/>
              </a:spcBef>
              <a:spcAft>
                <a:spcPts val="0"/>
              </a:spcAft>
              <a:buNone/>
              <a:defRPr/>
            </a:lvl3pPr>
            <a:lvl4pPr lvl="3" rtl="0">
              <a:lnSpc>
                <a:spcPct val="100000"/>
              </a:lnSpc>
              <a:spcBef>
                <a:spcPts val="1600"/>
              </a:spcBef>
              <a:spcAft>
                <a:spcPts val="0"/>
              </a:spcAft>
              <a:buNone/>
              <a:defRPr/>
            </a:lvl4pPr>
            <a:lvl5pPr lvl="4" rtl="0">
              <a:lnSpc>
                <a:spcPct val="100000"/>
              </a:lnSpc>
              <a:spcBef>
                <a:spcPts val="1600"/>
              </a:spcBef>
              <a:spcAft>
                <a:spcPts val="0"/>
              </a:spcAft>
              <a:buNone/>
              <a:defRPr/>
            </a:lvl5pPr>
            <a:lvl6pPr lvl="5" rtl="0">
              <a:lnSpc>
                <a:spcPct val="100000"/>
              </a:lnSpc>
              <a:spcBef>
                <a:spcPts val="1600"/>
              </a:spcBef>
              <a:spcAft>
                <a:spcPts val="0"/>
              </a:spcAft>
              <a:buNone/>
              <a:defRPr/>
            </a:lvl6pPr>
            <a:lvl7pPr lvl="6" rtl="0">
              <a:lnSpc>
                <a:spcPct val="100000"/>
              </a:lnSpc>
              <a:spcBef>
                <a:spcPts val="1600"/>
              </a:spcBef>
              <a:spcAft>
                <a:spcPts val="0"/>
              </a:spcAft>
              <a:buNone/>
              <a:defRPr/>
            </a:lvl7pPr>
            <a:lvl8pPr lvl="7" rtl="0">
              <a:lnSpc>
                <a:spcPct val="100000"/>
              </a:lnSpc>
              <a:spcBef>
                <a:spcPts val="1600"/>
              </a:spcBef>
              <a:spcAft>
                <a:spcPts val="0"/>
              </a:spcAft>
              <a:buNone/>
              <a:defRPr/>
            </a:lvl8pPr>
            <a:lvl9pPr lvl="8" rtl="0">
              <a:lnSpc>
                <a:spcPct val="100000"/>
              </a:lnSpc>
              <a:spcBef>
                <a:spcPts val="1600"/>
              </a:spcBef>
              <a:spcAft>
                <a:spcPts val="1600"/>
              </a:spcAft>
              <a:buNone/>
              <a:defRPr/>
            </a:lvl9pPr>
          </a:lstStyle>
          <a:p/>
        </p:txBody>
      </p:sp>
      <p:sp>
        <p:nvSpPr>
          <p:cNvPr id="135" name="Google Shape;135;p19"/>
          <p:cNvSpPr txBox="1"/>
          <p:nvPr>
            <p:ph type="subTitle" idx="9"/>
          </p:nvPr>
        </p:nvSpPr>
        <p:spPr>
          <a:xfrm>
            <a:off x="3501900" y="3630450"/>
            <a:ext cx="21402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000">
                <a:solidFill>
                  <a:schemeClr val="dk2"/>
                </a:solidFill>
                <a:latin typeface="Oswald"/>
                <a:ea typeface="Oswald"/>
                <a:cs typeface="Oswald"/>
                <a:sym typeface="Oswald"/>
              </a:defRPr>
            </a:lvl1pPr>
            <a:lvl2pPr lvl="1" rtl="0">
              <a:lnSpc>
                <a:spcPct val="100000"/>
              </a:lnSpc>
              <a:spcBef>
                <a:spcPts val="0"/>
              </a:spcBef>
              <a:spcAft>
                <a:spcPts val="0"/>
              </a:spcAft>
              <a:buNone/>
              <a:defRPr sz="2000">
                <a:solidFill>
                  <a:schemeClr val="dk2"/>
                </a:solidFill>
                <a:latin typeface="Oswald"/>
                <a:ea typeface="Oswald"/>
                <a:cs typeface="Oswald"/>
                <a:sym typeface="Oswald"/>
              </a:defRPr>
            </a:lvl2pPr>
            <a:lvl3pPr lvl="2" rtl="0">
              <a:lnSpc>
                <a:spcPct val="100000"/>
              </a:lnSpc>
              <a:spcBef>
                <a:spcPts val="0"/>
              </a:spcBef>
              <a:spcAft>
                <a:spcPts val="0"/>
              </a:spcAft>
              <a:buNone/>
              <a:defRPr sz="2000">
                <a:solidFill>
                  <a:schemeClr val="dk2"/>
                </a:solidFill>
                <a:latin typeface="Oswald"/>
                <a:ea typeface="Oswald"/>
                <a:cs typeface="Oswald"/>
                <a:sym typeface="Oswald"/>
              </a:defRPr>
            </a:lvl3pPr>
            <a:lvl4pPr lvl="3" rtl="0">
              <a:lnSpc>
                <a:spcPct val="100000"/>
              </a:lnSpc>
              <a:spcBef>
                <a:spcPts val="0"/>
              </a:spcBef>
              <a:spcAft>
                <a:spcPts val="0"/>
              </a:spcAft>
              <a:buNone/>
              <a:defRPr sz="2000">
                <a:solidFill>
                  <a:schemeClr val="dk2"/>
                </a:solidFill>
                <a:latin typeface="Oswald"/>
                <a:ea typeface="Oswald"/>
                <a:cs typeface="Oswald"/>
                <a:sym typeface="Oswald"/>
              </a:defRPr>
            </a:lvl4pPr>
            <a:lvl5pPr lvl="4" rtl="0">
              <a:lnSpc>
                <a:spcPct val="100000"/>
              </a:lnSpc>
              <a:spcBef>
                <a:spcPts val="0"/>
              </a:spcBef>
              <a:spcAft>
                <a:spcPts val="0"/>
              </a:spcAft>
              <a:buNone/>
              <a:defRPr sz="2000">
                <a:solidFill>
                  <a:schemeClr val="dk2"/>
                </a:solidFill>
                <a:latin typeface="Oswald"/>
                <a:ea typeface="Oswald"/>
                <a:cs typeface="Oswald"/>
                <a:sym typeface="Oswald"/>
              </a:defRPr>
            </a:lvl5pPr>
            <a:lvl6pPr lvl="5" rtl="0">
              <a:lnSpc>
                <a:spcPct val="100000"/>
              </a:lnSpc>
              <a:spcBef>
                <a:spcPts val="0"/>
              </a:spcBef>
              <a:spcAft>
                <a:spcPts val="0"/>
              </a:spcAft>
              <a:buNone/>
              <a:defRPr sz="2000">
                <a:solidFill>
                  <a:schemeClr val="dk2"/>
                </a:solidFill>
                <a:latin typeface="Oswald"/>
                <a:ea typeface="Oswald"/>
                <a:cs typeface="Oswald"/>
                <a:sym typeface="Oswald"/>
              </a:defRPr>
            </a:lvl6pPr>
            <a:lvl7pPr lvl="6" rtl="0">
              <a:lnSpc>
                <a:spcPct val="100000"/>
              </a:lnSpc>
              <a:spcBef>
                <a:spcPts val="0"/>
              </a:spcBef>
              <a:spcAft>
                <a:spcPts val="0"/>
              </a:spcAft>
              <a:buNone/>
              <a:defRPr sz="2000">
                <a:solidFill>
                  <a:schemeClr val="dk2"/>
                </a:solidFill>
                <a:latin typeface="Oswald"/>
                <a:ea typeface="Oswald"/>
                <a:cs typeface="Oswald"/>
                <a:sym typeface="Oswald"/>
              </a:defRPr>
            </a:lvl7pPr>
            <a:lvl8pPr lvl="7" rtl="0">
              <a:lnSpc>
                <a:spcPct val="100000"/>
              </a:lnSpc>
              <a:spcBef>
                <a:spcPts val="0"/>
              </a:spcBef>
              <a:spcAft>
                <a:spcPts val="0"/>
              </a:spcAft>
              <a:buNone/>
              <a:defRPr sz="2000">
                <a:solidFill>
                  <a:schemeClr val="dk2"/>
                </a:solidFill>
                <a:latin typeface="Oswald"/>
                <a:ea typeface="Oswald"/>
                <a:cs typeface="Oswald"/>
                <a:sym typeface="Oswald"/>
              </a:defRPr>
            </a:lvl8pPr>
            <a:lvl9pPr lvl="8" rtl="0">
              <a:lnSpc>
                <a:spcPct val="100000"/>
              </a:lnSpc>
              <a:spcBef>
                <a:spcPts val="0"/>
              </a:spcBef>
              <a:spcAft>
                <a:spcPts val="0"/>
              </a:spcAft>
              <a:buNone/>
              <a:defRPr sz="2000">
                <a:solidFill>
                  <a:schemeClr val="dk2"/>
                </a:solidFill>
                <a:latin typeface="Oswald"/>
                <a:ea typeface="Oswald"/>
                <a:cs typeface="Oswald"/>
                <a:sym typeface="Oswald"/>
              </a:defRPr>
            </a:lvl9pPr>
          </a:lstStyle>
          <a:p/>
        </p:txBody>
      </p:sp>
      <p:sp>
        <p:nvSpPr>
          <p:cNvPr id="136" name="Google Shape;136;p19"/>
          <p:cNvSpPr txBox="1"/>
          <p:nvPr>
            <p:ph type="subTitle" idx="13"/>
          </p:nvPr>
        </p:nvSpPr>
        <p:spPr>
          <a:xfrm>
            <a:off x="3501900" y="3925725"/>
            <a:ext cx="2140200" cy="61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600"/>
            </a:lvl1pPr>
            <a:lvl2pPr lvl="1" rtl="0">
              <a:lnSpc>
                <a:spcPct val="100000"/>
              </a:lnSpc>
              <a:spcBef>
                <a:spcPts val="1600"/>
              </a:spcBef>
              <a:spcAft>
                <a:spcPts val="0"/>
              </a:spcAft>
              <a:buNone/>
              <a:defRPr/>
            </a:lvl2pPr>
            <a:lvl3pPr lvl="2" rtl="0">
              <a:lnSpc>
                <a:spcPct val="100000"/>
              </a:lnSpc>
              <a:spcBef>
                <a:spcPts val="1600"/>
              </a:spcBef>
              <a:spcAft>
                <a:spcPts val="0"/>
              </a:spcAft>
              <a:buNone/>
              <a:defRPr/>
            </a:lvl3pPr>
            <a:lvl4pPr lvl="3" rtl="0">
              <a:lnSpc>
                <a:spcPct val="100000"/>
              </a:lnSpc>
              <a:spcBef>
                <a:spcPts val="1600"/>
              </a:spcBef>
              <a:spcAft>
                <a:spcPts val="0"/>
              </a:spcAft>
              <a:buNone/>
              <a:defRPr/>
            </a:lvl4pPr>
            <a:lvl5pPr lvl="4" rtl="0">
              <a:lnSpc>
                <a:spcPct val="100000"/>
              </a:lnSpc>
              <a:spcBef>
                <a:spcPts val="1600"/>
              </a:spcBef>
              <a:spcAft>
                <a:spcPts val="0"/>
              </a:spcAft>
              <a:buNone/>
              <a:defRPr/>
            </a:lvl5pPr>
            <a:lvl6pPr lvl="5" rtl="0">
              <a:lnSpc>
                <a:spcPct val="100000"/>
              </a:lnSpc>
              <a:spcBef>
                <a:spcPts val="1600"/>
              </a:spcBef>
              <a:spcAft>
                <a:spcPts val="0"/>
              </a:spcAft>
              <a:buNone/>
              <a:defRPr/>
            </a:lvl6pPr>
            <a:lvl7pPr lvl="6" rtl="0">
              <a:lnSpc>
                <a:spcPct val="100000"/>
              </a:lnSpc>
              <a:spcBef>
                <a:spcPts val="1600"/>
              </a:spcBef>
              <a:spcAft>
                <a:spcPts val="0"/>
              </a:spcAft>
              <a:buNone/>
              <a:defRPr/>
            </a:lvl7pPr>
            <a:lvl8pPr lvl="7" rtl="0">
              <a:lnSpc>
                <a:spcPct val="100000"/>
              </a:lnSpc>
              <a:spcBef>
                <a:spcPts val="1600"/>
              </a:spcBef>
              <a:spcAft>
                <a:spcPts val="0"/>
              </a:spcAft>
              <a:buNone/>
              <a:defRPr/>
            </a:lvl8pPr>
            <a:lvl9pPr lvl="8" rtl="0">
              <a:lnSpc>
                <a:spcPct val="100000"/>
              </a:lnSpc>
              <a:spcBef>
                <a:spcPts val="1600"/>
              </a:spcBef>
              <a:spcAft>
                <a:spcPts val="1600"/>
              </a:spcAft>
              <a:buNone/>
              <a:defRPr/>
            </a:lvl9pPr>
          </a:lstStyle>
          <a:p/>
        </p:txBody>
      </p:sp>
      <p:sp>
        <p:nvSpPr>
          <p:cNvPr id="137" name="Google Shape;137;p19"/>
          <p:cNvSpPr txBox="1"/>
          <p:nvPr>
            <p:ph type="subTitle" idx="14"/>
          </p:nvPr>
        </p:nvSpPr>
        <p:spPr>
          <a:xfrm>
            <a:off x="6131400" y="3630450"/>
            <a:ext cx="21402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000">
                <a:solidFill>
                  <a:schemeClr val="dk2"/>
                </a:solidFill>
                <a:latin typeface="Oswald"/>
                <a:ea typeface="Oswald"/>
                <a:cs typeface="Oswald"/>
                <a:sym typeface="Oswald"/>
              </a:defRPr>
            </a:lvl1pPr>
            <a:lvl2pPr lvl="1" rtl="0">
              <a:lnSpc>
                <a:spcPct val="100000"/>
              </a:lnSpc>
              <a:spcBef>
                <a:spcPts val="0"/>
              </a:spcBef>
              <a:spcAft>
                <a:spcPts val="0"/>
              </a:spcAft>
              <a:buNone/>
              <a:defRPr sz="2000">
                <a:solidFill>
                  <a:schemeClr val="dk2"/>
                </a:solidFill>
                <a:latin typeface="Oswald"/>
                <a:ea typeface="Oswald"/>
                <a:cs typeface="Oswald"/>
                <a:sym typeface="Oswald"/>
              </a:defRPr>
            </a:lvl2pPr>
            <a:lvl3pPr lvl="2" rtl="0">
              <a:lnSpc>
                <a:spcPct val="100000"/>
              </a:lnSpc>
              <a:spcBef>
                <a:spcPts val="0"/>
              </a:spcBef>
              <a:spcAft>
                <a:spcPts val="0"/>
              </a:spcAft>
              <a:buNone/>
              <a:defRPr sz="2000">
                <a:solidFill>
                  <a:schemeClr val="dk2"/>
                </a:solidFill>
                <a:latin typeface="Oswald"/>
                <a:ea typeface="Oswald"/>
                <a:cs typeface="Oswald"/>
                <a:sym typeface="Oswald"/>
              </a:defRPr>
            </a:lvl3pPr>
            <a:lvl4pPr lvl="3" rtl="0">
              <a:lnSpc>
                <a:spcPct val="100000"/>
              </a:lnSpc>
              <a:spcBef>
                <a:spcPts val="0"/>
              </a:spcBef>
              <a:spcAft>
                <a:spcPts val="0"/>
              </a:spcAft>
              <a:buNone/>
              <a:defRPr sz="2000">
                <a:solidFill>
                  <a:schemeClr val="dk2"/>
                </a:solidFill>
                <a:latin typeface="Oswald"/>
                <a:ea typeface="Oswald"/>
                <a:cs typeface="Oswald"/>
                <a:sym typeface="Oswald"/>
              </a:defRPr>
            </a:lvl4pPr>
            <a:lvl5pPr lvl="4" rtl="0">
              <a:lnSpc>
                <a:spcPct val="100000"/>
              </a:lnSpc>
              <a:spcBef>
                <a:spcPts val="0"/>
              </a:spcBef>
              <a:spcAft>
                <a:spcPts val="0"/>
              </a:spcAft>
              <a:buNone/>
              <a:defRPr sz="2000">
                <a:solidFill>
                  <a:schemeClr val="dk2"/>
                </a:solidFill>
                <a:latin typeface="Oswald"/>
                <a:ea typeface="Oswald"/>
                <a:cs typeface="Oswald"/>
                <a:sym typeface="Oswald"/>
              </a:defRPr>
            </a:lvl5pPr>
            <a:lvl6pPr lvl="5" rtl="0">
              <a:lnSpc>
                <a:spcPct val="100000"/>
              </a:lnSpc>
              <a:spcBef>
                <a:spcPts val="0"/>
              </a:spcBef>
              <a:spcAft>
                <a:spcPts val="0"/>
              </a:spcAft>
              <a:buNone/>
              <a:defRPr sz="2000">
                <a:solidFill>
                  <a:schemeClr val="dk2"/>
                </a:solidFill>
                <a:latin typeface="Oswald"/>
                <a:ea typeface="Oswald"/>
                <a:cs typeface="Oswald"/>
                <a:sym typeface="Oswald"/>
              </a:defRPr>
            </a:lvl6pPr>
            <a:lvl7pPr lvl="6" rtl="0">
              <a:lnSpc>
                <a:spcPct val="100000"/>
              </a:lnSpc>
              <a:spcBef>
                <a:spcPts val="0"/>
              </a:spcBef>
              <a:spcAft>
                <a:spcPts val="0"/>
              </a:spcAft>
              <a:buNone/>
              <a:defRPr sz="2000">
                <a:solidFill>
                  <a:schemeClr val="dk2"/>
                </a:solidFill>
                <a:latin typeface="Oswald"/>
                <a:ea typeface="Oswald"/>
                <a:cs typeface="Oswald"/>
                <a:sym typeface="Oswald"/>
              </a:defRPr>
            </a:lvl7pPr>
            <a:lvl8pPr lvl="7" rtl="0">
              <a:lnSpc>
                <a:spcPct val="100000"/>
              </a:lnSpc>
              <a:spcBef>
                <a:spcPts val="0"/>
              </a:spcBef>
              <a:spcAft>
                <a:spcPts val="0"/>
              </a:spcAft>
              <a:buNone/>
              <a:defRPr sz="2000">
                <a:solidFill>
                  <a:schemeClr val="dk2"/>
                </a:solidFill>
                <a:latin typeface="Oswald"/>
                <a:ea typeface="Oswald"/>
                <a:cs typeface="Oswald"/>
                <a:sym typeface="Oswald"/>
              </a:defRPr>
            </a:lvl8pPr>
            <a:lvl9pPr lvl="8" rtl="0">
              <a:lnSpc>
                <a:spcPct val="100000"/>
              </a:lnSpc>
              <a:spcBef>
                <a:spcPts val="0"/>
              </a:spcBef>
              <a:spcAft>
                <a:spcPts val="0"/>
              </a:spcAft>
              <a:buNone/>
              <a:defRPr sz="2000">
                <a:solidFill>
                  <a:schemeClr val="dk2"/>
                </a:solidFill>
                <a:latin typeface="Oswald"/>
                <a:ea typeface="Oswald"/>
                <a:cs typeface="Oswald"/>
                <a:sym typeface="Oswald"/>
              </a:defRPr>
            </a:lvl9pPr>
          </a:lstStyle>
          <a:p/>
        </p:txBody>
      </p:sp>
      <p:sp>
        <p:nvSpPr>
          <p:cNvPr id="138" name="Google Shape;138;p19"/>
          <p:cNvSpPr txBox="1"/>
          <p:nvPr>
            <p:ph type="subTitle" idx="15"/>
          </p:nvPr>
        </p:nvSpPr>
        <p:spPr>
          <a:xfrm>
            <a:off x="6131400" y="3925725"/>
            <a:ext cx="2140200" cy="61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600"/>
            </a:lvl1pPr>
            <a:lvl2pPr lvl="1" rtl="0">
              <a:lnSpc>
                <a:spcPct val="100000"/>
              </a:lnSpc>
              <a:spcBef>
                <a:spcPts val="1600"/>
              </a:spcBef>
              <a:spcAft>
                <a:spcPts val="0"/>
              </a:spcAft>
              <a:buNone/>
              <a:defRPr/>
            </a:lvl2pPr>
            <a:lvl3pPr lvl="2" rtl="0">
              <a:lnSpc>
                <a:spcPct val="100000"/>
              </a:lnSpc>
              <a:spcBef>
                <a:spcPts val="1600"/>
              </a:spcBef>
              <a:spcAft>
                <a:spcPts val="0"/>
              </a:spcAft>
              <a:buNone/>
              <a:defRPr/>
            </a:lvl3pPr>
            <a:lvl4pPr lvl="3" rtl="0">
              <a:lnSpc>
                <a:spcPct val="100000"/>
              </a:lnSpc>
              <a:spcBef>
                <a:spcPts val="1600"/>
              </a:spcBef>
              <a:spcAft>
                <a:spcPts val="0"/>
              </a:spcAft>
              <a:buNone/>
              <a:defRPr/>
            </a:lvl4pPr>
            <a:lvl5pPr lvl="4" rtl="0">
              <a:lnSpc>
                <a:spcPct val="100000"/>
              </a:lnSpc>
              <a:spcBef>
                <a:spcPts val="1600"/>
              </a:spcBef>
              <a:spcAft>
                <a:spcPts val="0"/>
              </a:spcAft>
              <a:buNone/>
              <a:defRPr/>
            </a:lvl5pPr>
            <a:lvl6pPr lvl="5" rtl="0">
              <a:lnSpc>
                <a:spcPct val="100000"/>
              </a:lnSpc>
              <a:spcBef>
                <a:spcPts val="1600"/>
              </a:spcBef>
              <a:spcAft>
                <a:spcPts val="0"/>
              </a:spcAft>
              <a:buNone/>
              <a:defRPr/>
            </a:lvl6pPr>
            <a:lvl7pPr lvl="6" rtl="0">
              <a:lnSpc>
                <a:spcPct val="100000"/>
              </a:lnSpc>
              <a:spcBef>
                <a:spcPts val="1600"/>
              </a:spcBef>
              <a:spcAft>
                <a:spcPts val="0"/>
              </a:spcAft>
              <a:buNone/>
              <a:defRPr/>
            </a:lvl7pPr>
            <a:lvl8pPr lvl="7" rtl="0">
              <a:lnSpc>
                <a:spcPct val="100000"/>
              </a:lnSpc>
              <a:spcBef>
                <a:spcPts val="1600"/>
              </a:spcBef>
              <a:spcAft>
                <a:spcPts val="0"/>
              </a:spcAft>
              <a:buNone/>
              <a:defRPr/>
            </a:lvl8pPr>
            <a:lvl9pPr lvl="8" rtl="0">
              <a:lnSpc>
                <a:spcPct val="100000"/>
              </a:lnSpc>
              <a:spcBef>
                <a:spcPts val="1600"/>
              </a:spcBef>
              <a:spcAft>
                <a:spcPts val="1600"/>
              </a:spcAft>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anks">
  <p:cSld name="CUSTOM_12">
    <p:spTree>
      <p:nvGrpSpPr>
        <p:cNvPr id="139" name="Shape 139"/>
        <p:cNvGrpSpPr/>
        <p:nvPr/>
      </p:nvGrpSpPr>
      <p:grpSpPr>
        <a:xfrm>
          <a:off x="0" y="0"/>
          <a:ext cx="0" cy="0"/>
          <a:chOff x="0" y="0"/>
          <a:chExt cx="0" cy="0"/>
        </a:xfrm>
      </p:grpSpPr>
      <p:pic>
        <p:nvPicPr>
          <p:cNvPr id="140" name="Google Shape;140;p20"/>
          <p:cNvPicPr preferRelativeResize="0"/>
          <p:nvPr/>
        </p:nvPicPr>
        <p:blipFill>
          <a:blip r:embed="rId2"/>
          <a:stretch>
            <a:fillRect/>
          </a:stretch>
        </p:blipFill>
        <p:spPr>
          <a:xfrm>
            <a:off x="0" y="0"/>
            <a:ext cx="9144000" cy="5143507"/>
          </a:xfrm>
          <a:prstGeom prst="rect">
            <a:avLst/>
          </a:prstGeom>
          <a:noFill/>
          <a:ln>
            <a:noFill/>
          </a:ln>
        </p:spPr>
      </p:pic>
      <p:sp>
        <p:nvSpPr>
          <p:cNvPr id="141" name="Google Shape;141;p20"/>
          <p:cNvSpPr txBox="1"/>
          <p:nvPr>
            <p:ph type="title"/>
          </p:nvPr>
        </p:nvSpPr>
        <p:spPr>
          <a:xfrm>
            <a:off x="4572000" y="587473"/>
            <a:ext cx="3558900" cy="12210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6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2" name="Google Shape;142;p20"/>
          <p:cNvSpPr txBox="1"/>
          <p:nvPr/>
        </p:nvSpPr>
        <p:spPr>
          <a:xfrm>
            <a:off x="4572000" y="3530950"/>
            <a:ext cx="3961800" cy="997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300"/>
              </a:spcBef>
              <a:spcAft>
                <a:spcPts val="0"/>
              </a:spcAft>
              <a:buNone/>
            </a:pPr>
            <a:r>
              <a:rPr lang="en-GB">
                <a:solidFill>
                  <a:srgbClr val="FFFFFF"/>
                </a:solidFill>
                <a:latin typeface="Nunito"/>
                <a:ea typeface="Nunito"/>
                <a:cs typeface="Nunito"/>
                <a:sym typeface="Nunito"/>
              </a:rPr>
              <a:t>CREDITS: This presentation template was created by </a:t>
            </a:r>
            <a:r>
              <a:rPr lang="en-GB" b="1">
                <a:solidFill>
                  <a:srgbClr val="FFFFFF"/>
                </a:solidFill>
                <a:uFill>
                  <a:noFill/>
                </a:uFill>
                <a:latin typeface="Nunito"/>
                <a:ea typeface="Nunito"/>
                <a:cs typeface="Nunito"/>
                <a:sym typeface="Nunito"/>
                <a:hlinkClick r:id="rId3"/>
              </a:rPr>
              <a:t>Slidesgo</a:t>
            </a:r>
            <a:r>
              <a:rPr lang="en-GB">
                <a:solidFill>
                  <a:srgbClr val="FFFFFF"/>
                </a:solidFill>
                <a:latin typeface="Nunito"/>
                <a:ea typeface="Nunito"/>
                <a:cs typeface="Nunito"/>
                <a:sym typeface="Nunito"/>
              </a:rPr>
              <a:t>, including icons by </a:t>
            </a:r>
            <a:r>
              <a:rPr lang="en-GB" b="1">
                <a:solidFill>
                  <a:srgbClr val="FFFFFF"/>
                </a:solidFill>
                <a:uFill>
                  <a:noFill/>
                </a:uFill>
                <a:latin typeface="Nunito"/>
                <a:ea typeface="Nunito"/>
                <a:cs typeface="Nunito"/>
                <a:sym typeface="Nunito"/>
                <a:hlinkClick r:id="rId4"/>
              </a:rPr>
              <a:t>Flaticon</a:t>
            </a:r>
            <a:r>
              <a:rPr lang="en-GB">
                <a:solidFill>
                  <a:srgbClr val="FFFFFF"/>
                </a:solidFill>
                <a:latin typeface="Nunito"/>
                <a:ea typeface="Nunito"/>
                <a:cs typeface="Nunito"/>
                <a:sym typeface="Nunito"/>
              </a:rPr>
              <a:t>, and infographics &amp; images by </a:t>
            </a:r>
            <a:r>
              <a:rPr lang="en-GB" b="1">
                <a:solidFill>
                  <a:srgbClr val="FFFFFF"/>
                </a:solidFill>
                <a:uFill>
                  <a:noFill/>
                </a:uFill>
                <a:latin typeface="Nunito"/>
                <a:ea typeface="Nunito"/>
                <a:cs typeface="Nunito"/>
                <a:sym typeface="Nunito"/>
                <a:hlinkClick r:id="rId5"/>
              </a:rPr>
              <a:t>Freepik</a:t>
            </a:r>
            <a:endParaRPr b="1">
              <a:solidFill>
                <a:srgbClr val="FFFFFF"/>
              </a:solidFill>
              <a:latin typeface="Nunito"/>
              <a:ea typeface="Nunito"/>
              <a:cs typeface="Nunito"/>
              <a:sym typeface="Nunito"/>
            </a:endParaRPr>
          </a:p>
        </p:txBody>
      </p:sp>
      <p:sp>
        <p:nvSpPr>
          <p:cNvPr id="143" name="Google Shape;143;p20"/>
          <p:cNvSpPr txBox="1"/>
          <p:nvPr>
            <p:ph type="subTitle" idx="1"/>
          </p:nvPr>
        </p:nvSpPr>
        <p:spPr>
          <a:xfrm flipH="1">
            <a:off x="4572025" y="1549448"/>
            <a:ext cx="3558900" cy="11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600"/>
            </a:lvl1pPr>
            <a:lvl2pPr lvl="1" rtl="0">
              <a:lnSpc>
                <a:spcPct val="100000"/>
              </a:lnSpc>
              <a:spcBef>
                <a:spcPts val="1600"/>
              </a:spcBef>
              <a:spcAft>
                <a:spcPts val="0"/>
              </a:spcAft>
              <a:buNone/>
              <a:defRPr sz="1600"/>
            </a:lvl2pPr>
            <a:lvl3pPr lvl="2" rtl="0">
              <a:lnSpc>
                <a:spcPct val="100000"/>
              </a:lnSpc>
              <a:spcBef>
                <a:spcPts val="1600"/>
              </a:spcBef>
              <a:spcAft>
                <a:spcPts val="0"/>
              </a:spcAft>
              <a:buNone/>
              <a:defRPr sz="1600"/>
            </a:lvl3pPr>
            <a:lvl4pPr lvl="3" rtl="0">
              <a:lnSpc>
                <a:spcPct val="100000"/>
              </a:lnSpc>
              <a:spcBef>
                <a:spcPts val="1600"/>
              </a:spcBef>
              <a:spcAft>
                <a:spcPts val="0"/>
              </a:spcAft>
              <a:buNone/>
              <a:defRPr sz="1600"/>
            </a:lvl4pPr>
            <a:lvl5pPr lvl="4" rtl="0">
              <a:lnSpc>
                <a:spcPct val="100000"/>
              </a:lnSpc>
              <a:spcBef>
                <a:spcPts val="1600"/>
              </a:spcBef>
              <a:spcAft>
                <a:spcPts val="0"/>
              </a:spcAft>
              <a:buNone/>
              <a:defRPr sz="1600"/>
            </a:lvl5pPr>
            <a:lvl6pPr lvl="5" rtl="0">
              <a:lnSpc>
                <a:spcPct val="100000"/>
              </a:lnSpc>
              <a:spcBef>
                <a:spcPts val="1600"/>
              </a:spcBef>
              <a:spcAft>
                <a:spcPts val="0"/>
              </a:spcAft>
              <a:buNone/>
              <a:defRPr sz="1600"/>
            </a:lvl6pPr>
            <a:lvl7pPr lvl="6" rtl="0">
              <a:lnSpc>
                <a:spcPct val="100000"/>
              </a:lnSpc>
              <a:spcBef>
                <a:spcPts val="1600"/>
              </a:spcBef>
              <a:spcAft>
                <a:spcPts val="0"/>
              </a:spcAft>
              <a:buNone/>
              <a:defRPr sz="1600"/>
            </a:lvl7pPr>
            <a:lvl8pPr lvl="7" rtl="0">
              <a:lnSpc>
                <a:spcPct val="100000"/>
              </a:lnSpc>
              <a:spcBef>
                <a:spcPts val="1600"/>
              </a:spcBef>
              <a:spcAft>
                <a:spcPts val="0"/>
              </a:spcAft>
              <a:buNone/>
              <a:defRPr sz="1600"/>
            </a:lvl8pPr>
            <a:lvl9pPr lvl="8" rtl="0">
              <a:lnSpc>
                <a:spcPct val="100000"/>
              </a:lnSpc>
              <a:spcBef>
                <a:spcPts val="1600"/>
              </a:spcBef>
              <a:spcAft>
                <a:spcPts val="1600"/>
              </a:spcAft>
              <a:buNone/>
              <a:defRPr sz="16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hree columns">
  <p:cSld name="CUSTOM_15">
    <p:spTree>
      <p:nvGrpSpPr>
        <p:cNvPr id="144" name="Shape 144"/>
        <p:cNvGrpSpPr/>
        <p:nvPr/>
      </p:nvGrpSpPr>
      <p:grpSpPr>
        <a:xfrm>
          <a:off x="0" y="0"/>
          <a:ext cx="0" cy="0"/>
          <a:chOff x="0" y="0"/>
          <a:chExt cx="0" cy="0"/>
        </a:xfrm>
      </p:grpSpPr>
      <p:pic>
        <p:nvPicPr>
          <p:cNvPr id="145" name="Google Shape;145;p21"/>
          <p:cNvPicPr preferRelativeResize="0"/>
          <p:nvPr/>
        </p:nvPicPr>
        <p:blipFill>
          <a:blip r:embed="rId2"/>
          <a:stretch>
            <a:fillRect/>
          </a:stretch>
        </p:blipFill>
        <p:spPr>
          <a:xfrm>
            <a:off x="0" y="0"/>
            <a:ext cx="9144000" cy="5143507"/>
          </a:xfrm>
          <a:prstGeom prst="rect">
            <a:avLst/>
          </a:prstGeom>
          <a:noFill/>
          <a:ln>
            <a:noFill/>
          </a:ln>
        </p:spPr>
      </p:pic>
      <p:sp>
        <p:nvSpPr>
          <p:cNvPr id="146" name="Google Shape;146;p21"/>
          <p:cNvSpPr txBox="1"/>
          <p:nvPr>
            <p:ph type="title"/>
          </p:nvPr>
        </p:nvSpPr>
        <p:spPr>
          <a:xfrm>
            <a:off x="720000" y="445800"/>
            <a:ext cx="7704000" cy="576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2pPr>
            <a:lvl3pPr lvl="2"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3pPr>
            <a:lvl4pPr lvl="3"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4pPr>
            <a:lvl5pPr lvl="4"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5pPr>
            <a:lvl6pPr lvl="5"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6pPr>
            <a:lvl7pPr lvl="6"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7pPr>
            <a:lvl8pPr lvl="7"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8pPr>
            <a:lvl9pPr lvl="8"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9pPr>
          </a:lstStyle>
          <a:p/>
        </p:txBody>
      </p:sp>
      <p:sp>
        <p:nvSpPr>
          <p:cNvPr id="147" name="Google Shape;147;p21"/>
          <p:cNvSpPr txBox="1"/>
          <p:nvPr>
            <p:ph type="subTitle" idx="1"/>
          </p:nvPr>
        </p:nvSpPr>
        <p:spPr>
          <a:xfrm>
            <a:off x="872400" y="2309468"/>
            <a:ext cx="2486100" cy="295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000">
                <a:solidFill>
                  <a:schemeClr val="dk2"/>
                </a:solidFill>
                <a:latin typeface="Oswald"/>
                <a:ea typeface="Oswald"/>
                <a:cs typeface="Oswald"/>
                <a:sym typeface="Oswald"/>
              </a:defRPr>
            </a:lvl1pPr>
            <a:lvl2pPr lvl="1" rtl="0">
              <a:lnSpc>
                <a:spcPct val="100000"/>
              </a:lnSpc>
              <a:spcBef>
                <a:spcPts val="0"/>
              </a:spcBef>
              <a:spcAft>
                <a:spcPts val="0"/>
              </a:spcAft>
              <a:buNone/>
              <a:defRPr sz="2000">
                <a:solidFill>
                  <a:schemeClr val="dk2"/>
                </a:solidFill>
                <a:latin typeface="Oswald"/>
                <a:ea typeface="Oswald"/>
                <a:cs typeface="Oswald"/>
                <a:sym typeface="Oswald"/>
              </a:defRPr>
            </a:lvl2pPr>
            <a:lvl3pPr lvl="2" rtl="0">
              <a:lnSpc>
                <a:spcPct val="100000"/>
              </a:lnSpc>
              <a:spcBef>
                <a:spcPts val="0"/>
              </a:spcBef>
              <a:spcAft>
                <a:spcPts val="0"/>
              </a:spcAft>
              <a:buNone/>
              <a:defRPr sz="2000">
                <a:solidFill>
                  <a:schemeClr val="dk2"/>
                </a:solidFill>
                <a:latin typeface="Oswald"/>
                <a:ea typeface="Oswald"/>
                <a:cs typeface="Oswald"/>
                <a:sym typeface="Oswald"/>
              </a:defRPr>
            </a:lvl3pPr>
            <a:lvl4pPr lvl="3" rtl="0">
              <a:lnSpc>
                <a:spcPct val="100000"/>
              </a:lnSpc>
              <a:spcBef>
                <a:spcPts val="0"/>
              </a:spcBef>
              <a:spcAft>
                <a:spcPts val="0"/>
              </a:spcAft>
              <a:buNone/>
              <a:defRPr sz="2000">
                <a:solidFill>
                  <a:schemeClr val="dk2"/>
                </a:solidFill>
                <a:latin typeface="Oswald"/>
                <a:ea typeface="Oswald"/>
                <a:cs typeface="Oswald"/>
                <a:sym typeface="Oswald"/>
              </a:defRPr>
            </a:lvl4pPr>
            <a:lvl5pPr lvl="4" rtl="0">
              <a:lnSpc>
                <a:spcPct val="100000"/>
              </a:lnSpc>
              <a:spcBef>
                <a:spcPts val="0"/>
              </a:spcBef>
              <a:spcAft>
                <a:spcPts val="0"/>
              </a:spcAft>
              <a:buNone/>
              <a:defRPr sz="2000">
                <a:solidFill>
                  <a:schemeClr val="dk2"/>
                </a:solidFill>
                <a:latin typeface="Oswald"/>
                <a:ea typeface="Oswald"/>
                <a:cs typeface="Oswald"/>
                <a:sym typeface="Oswald"/>
              </a:defRPr>
            </a:lvl5pPr>
            <a:lvl6pPr lvl="5" rtl="0">
              <a:lnSpc>
                <a:spcPct val="100000"/>
              </a:lnSpc>
              <a:spcBef>
                <a:spcPts val="0"/>
              </a:spcBef>
              <a:spcAft>
                <a:spcPts val="0"/>
              </a:spcAft>
              <a:buNone/>
              <a:defRPr sz="2000">
                <a:solidFill>
                  <a:schemeClr val="dk2"/>
                </a:solidFill>
                <a:latin typeface="Oswald"/>
                <a:ea typeface="Oswald"/>
                <a:cs typeface="Oswald"/>
                <a:sym typeface="Oswald"/>
              </a:defRPr>
            </a:lvl6pPr>
            <a:lvl7pPr lvl="6" rtl="0">
              <a:lnSpc>
                <a:spcPct val="100000"/>
              </a:lnSpc>
              <a:spcBef>
                <a:spcPts val="0"/>
              </a:spcBef>
              <a:spcAft>
                <a:spcPts val="0"/>
              </a:spcAft>
              <a:buNone/>
              <a:defRPr sz="2000">
                <a:solidFill>
                  <a:schemeClr val="dk2"/>
                </a:solidFill>
                <a:latin typeface="Oswald"/>
                <a:ea typeface="Oswald"/>
                <a:cs typeface="Oswald"/>
                <a:sym typeface="Oswald"/>
              </a:defRPr>
            </a:lvl7pPr>
            <a:lvl8pPr lvl="7" rtl="0">
              <a:lnSpc>
                <a:spcPct val="100000"/>
              </a:lnSpc>
              <a:spcBef>
                <a:spcPts val="0"/>
              </a:spcBef>
              <a:spcAft>
                <a:spcPts val="0"/>
              </a:spcAft>
              <a:buNone/>
              <a:defRPr sz="2000">
                <a:solidFill>
                  <a:schemeClr val="dk2"/>
                </a:solidFill>
                <a:latin typeface="Oswald"/>
                <a:ea typeface="Oswald"/>
                <a:cs typeface="Oswald"/>
                <a:sym typeface="Oswald"/>
              </a:defRPr>
            </a:lvl8pPr>
            <a:lvl9pPr lvl="8" rtl="0">
              <a:lnSpc>
                <a:spcPct val="100000"/>
              </a:lnSpc>
              <a:spcBef>
                <a:spcPts val="0"/>
              </a:spcBef>
              <a:spcAft>
                <a:spcPts val="0"/>
              </a:spcAft>
              <a:buNone/>
              <a:defRPr sz="2000">
                <a:solidFill>
                  <a:schemeClr val="dk2"/>
                </a:solidFill>
                <a:latin typeface="Oswald"/>
                <a:ea typeface="Oswald"/>
                <a:cs typeface="Oswald"/>
                <a:sym typeface="Oswald"/>
              </a:defRPr>
            </a:lvl9pPr>
          </a:lstStyle>
          <a:p/>
        </p:txBody>
      </p:sp>
      <p:sp>
        <p:nvSpPr>
          <p:cNvPr id="148" name="Google Shape;148;p21"/>
          <p:cNvSpPr txBox="1"/>
          <p:nvPr>
            <p:ph type="subTitle" idx="2"/>
          </p:nvPr>
        </p:nvSpPr>
        <p:spPr>
          <a:xfrm>
            <a:off x="872400" y="2570445"/>
            <a:ext cx="2486100" cy="933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600"/>
            </a:lvl1pPr>
            <a:lvl2pPr lvl="1" rtl="0">
              <a:lnSpc>
                <a:spcPct val="100000"/>
              </a:lnSpc>
              <a:spcBef>
                <a:spcPts val="1600"/>
              </a:spcBef>
              <a:spcAft>
                <a:spcPts val="0"/>
              </a:spcAft>
              <a:buNone/>
              <a:defRPr/>
            </a:lvl2pPr>
            <a:lvl3pPr lvl="2" rtl="0">
              <a:lnSpc>
                <a:spcPct val="100000"/>
              </a:lnSpc>
              <a:spcBef>
                <a:spcPts val="1600"/>
              </a:spcBef>
              <a:spcAft>
                <a:spcPts val="0"/>
              </a:spcAft>
              <a:buNone/>
              <a:defRPr/>
            </a:lvl3pPr>
            <a:lvl4pPr lvl="3" rtl="0">
              <a:lnSpc>
                <a:spcPct val="100000"/>
              </a:lnSpc>
              <a:spcBef>
                <a:spcPts val="1600"/>
              </a:spcBef>
              <a:spcAft>
                <a:spcPts val="0"/>
              </a:spcAft>
              <a:buNone/>
              <a:defRPr/>
            </a:lvl4pPr>
            <a:lvl5pPr lvl="4" rtl="0">
              <a:lnSpc>
                <a:spcPct val="100000"/>
              </a:lnSpc>
              <a:spcBef>
                <a:spcPts val="1600"/>
              </a:spcBef>
              <a:spcAft>
                <a:spcPts val="0"/>
              </a:spcAft>
              <a:buNone/>
              <a:defRPr/>
            </a:lvl5pPr>
            <a:lvl6pPr lvl="5" rtl="0">
              <a:lnSpc>
                <a:spcPct val="100000"/>
              </a:lnSpc>
              <a:spcBef>
                <a:spcPts val="1600"/>
              </a:spcBef>
              <a:spcAft>
                <a:spcPts val="0"/>
              </a:spcAft>
              <a:buNone/>
              <a:defRPr/>
            </a:lvl6pPr>
            <a:lvl7pPr lvl="6" rtl="0">
              <a:lnSpc>
                <a:spcPct val="100000"/>
              </a:lnSpc>
              <a:spcBef>
                <a:spcPts val="1600"/>
              </a:spcBef>
              <a:spcAft>
                <a:spcPts val="0"/>
              </a:spcAft>
              <a:buNone/>
              <a:defRPr/>
            </a:lvl7pPr>
            <a:lvl8pPr lvl="7" rtl="0">
              <a:lnSpc>
                <a:spcPct val="100000"/>
              </a:lnSpc>
              <a:spcBef>
                <a:spcPts val="1600"/>
              </a:spcBef>
              <a:spcAft>
                <a:spcPts val="0"/>
              </a:spcAft>
              <a:buNone/>
              <a:defRPr/>
            </a:lvl8pPr>
            <a:lvl9pPr lvl="8" rtl="0">
              <a:lnSpc>
                <a:spcPct val="100000"/>
              </a:lnSpc>
              <a:spcBef>
                <a:spcPts val="1600"/>
              </a:spcBef>
              <a:spcAft>
                <a:spcPts val="1600"/>
              </a:spcAft>
              <a:buNone/>
              <a:defRPr/>
            </a:lvl9pPr>
          </a:lstStyle>
          <a:p/>
        </p:txBody>
      </p:sp>
      <p:sp>
        <p:nvSpPr>
          <p:cNvPr id="149" name="Google Shape;149;p21"/>
          <p:cNvSpPr txBox="1"/>
          <p:nvPr>
            <p:ph type="subTitle" idx="3"/>
          </p:nvPr>
        </p:nvSpPr>
        <p:spPr>
          <a:xfrm>
            <a:off x="5785500" y="2309468"/>
            <a:ext cx="2486100" cy="295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000">
                <a:solidFill>
                  <a:schemeClr val="dk2"/>
                </a:solidFill>
                <a:latin typeface="Oswald"/>
                <a:ea typeface="Oswald"/>
                <a:cs typeface="Oswald"/>
                <a:sym typeface="Oswald"/>
              </a:defRPr>
            </a:lvl1pPr>
            <a:lvl2pPr lvl="1" rtl="0">
              <a:lnSpc>
                <a:spcPct val="100000"/>
              </a:lnSpc>
              <a:spcBef>
                <a:spcPts val="0"/>
              </a:spcBef>
              <a:spcAft>
                <a:spcPts val="0"/>
              </a:spcAft>
              <a:buNone/>
              <a:defRPr sz="2000">
                <a:solidFill>
                  <a:schemeClr val="dk2"/>
                </a:solidFill>
                <a:latin typeface="Oswald"/>
                <a:ea typeface="Oswald"/>
                <a:cs typeface="Oswald"/>
                <a:sym typeface="Oswald"/>
              </a:defRPr>
            </a:lvl2pPr>
            <a:lvl3pPr lvl="2" rtl="0">
              <a:lnSpc>
                <a:spcPct val="100000"/>
              </a:lnSpc>
              <a:spcBef>
                <a:spcPts val="0"/>
              </a:spcBef>
              <a:spcAft>
                <a:spcPts val="0"/>
              </a:spcAft>
              <a:buNone/>
              <a:defRPr sz="2000">
                <a:solidFill>
                  <a:schemeClr val="dk2"/>
                </a:solidFill>
                <a:latin typeface="Oswald"/>
                <a:ea typeface="Oswald"/>
                <a:cs typeface="Oswald"/>
                <a:sym typeface="Oswald"/>
              </a:defRPr>
            </a:lvl3pPr>
            <a:lvl4pPr lvl="3" rtl="0">
              <a:lnSpc>
                <a:spcPct val="100000"/>
              </a:lnSpc>
              <a:spcBef>
                <a:spcPts val="0"/>
              </a:spcBef>
              <a:spcAft>
                <a:spcPts val="0"/>
              </a:spcAft>
              <a:buNone/>
              <a:defRPr sz="2000">
                <a:solidFill>
                  <a:schemeClr val="dk2"/>
                </a:solidFill>
                <a:latin typeface="Oswald"/>
                <a:ea typeface="Oswald"/>
                <a:cs typeface="Oswald"/>
                <a:sym typeface="Oswald"/>
              </a:defRPr>
            </a:lvl4pPr>
            <a:lvl5pPr lvl="4" rtl="0">
              <a:lnSpc>
                <a:spcPct val="100000"/>
              </a:lnSpc>
              <a:spcBef>
                <a:spcPts val="0"/>
              </a:spcBef>
              <a:spcAft>
                <a:spcPts val="0"/>
              </a:spcAft>
              <a:buNone/>
              <a:defRPr sz="2000">
                <a:solidFill>
                  <a:schemeClr val="dk2"/>
                </a:solidFill>
                <a:latin typeface="Oswald"/>
                <a:ea typeface="Oswald"/>
                <a:cs typeface="Oswald"/>
                <a:sym typeface="Oswald"/>
              </a:defRPr>
            </a:lvl5pPr>
            <a:lvl6pPr lvl="5" rtl="0">
              <a:lnSpc>
                <a:spcPct val="100000"/>
              </a:lnSpc>
              <a:spcBef>
                <a:spcPts val="0"/>
              </a:spcBef>
              <a:spcAft>
                <a:spcPts val="0"/>
              </a:spcAft>
              <a:buNone/>
              <a:defRPr sz="2000">
                <a:solidFill>
                  <a:schemeClr val="dk2"/>
                </a:solidFill>
                <a:latin typeface="Oswald"/>
                <a:ea typeface="Oswald"/>
                <a:cs typeface="Oswald"/>
                <a:sym typeface="Oswald"/>
              </a:defRPr>
            </a:lvl6pPr>
            <a:lvl7pPr lvl="6" rtl="0">
              <a:lnSpc>
                <a:spcPct val="100000"/>
              </a:lnSpc>
              <a:spcBef>
                <a:spcPts val="0"/>
              </a:spcBef>
              <a:spcAft>
                <a:spcPts val="0"/>
              </a:spcAft>
              <a:buNone/>
              <a:defRPr sz="2000">
                <a:solidFill>
                  <a:schemeClr val="dk2"/>
                </a:solidFill>
                <a:latin typeface="Oswald"/>
                <a:ea typeface="Oswald"/>
                <a:cs typeface="Oswald"/>
                <a:sym typeface="Oswald"/>
              </a:defRPr>
            </a:lvl7pPr>
            <a:lvl8pPr lvl="7" rtl="0">
              <a:lnSpc>
                <a:spcPct val="100000"/>
              </a:lnSpc>
              <a:spcBef>
                <a:spcPts val="0"/>
              </a:spcBef>
              <a:spcAft>
                <a:spcPts val="0"/>
              </a:spcAft>
              <a:buNone/>
              <a:defRPr sz="2000">
                <a:solidFill>
                  <a:schemeClr val="dk2"/>
                </a:solidFill>
                <a:latin typeface="Oswald"/>
                <a:ea typeface="Oswald"/>
                <a:cs typeface="Oswald"/>
                <a:sym typeface="Oswald"/>
              </a:defRPr>
            </a:lvl8pPr>
            <a:lvl9pPr lvl="8" rtl="0">
              <a:lnSpc>
                <a:spcPct val="100000"/>
              </a:lnSpc>
              <a:spcBef>
                <a:spcPts val="0"/>
              </a:spcBef>
              <a:spcAft>
                <a:spcPts val="0"/>
              </a:spcAft>
              <a:buNone/>
              <a:defRPr sz="2000">
                <a:solidFill>
                  <a:schemeClr val="dk2"/>
                </a:solidFill>
                <a:latin typeface="Oswald"/>
                <a:ea typeface="Oswald"/>
                <a:cs typeface="Oswald"/>
                <a:sym typeface="Oswald"/>
              </a:defRPr>
            </a:lvl9pPr>
          </a:lstStyle>
          <a:p/>
        </p:txBody>
      </p:sp>
      <p:sp>
        <p:nvSpPr>
          <p:cNvPr id="150" name="Google Shape;150;p21"/>
          <p:cNvSpPr txBox="1"/>
          <p:nvPr>
            <p:ph type="subTitle" idx="4"/>
          </p:nvPr>
        </p:nvSpPr>
        <p:spPr>
          <a:xfrm>
            <a:off x="5785500" y="2570445"/>
            <a:ext cx="2486100" cy="933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600"/>
            </a:lvl1pPr>
            <a:lvl2pPr lvl="1" rtl="0">
              <a:lnSpc>
                <a:spcPct val="100000"/>
              </a:lnSpc>
              <a:spcBef>
                <a:spcPts val="1600"/>
              </a:spcBef>
              <a:spcAft>
                <a:spcPts val="0"/>
              </a:spcAft>
              <a:buNone/>
              <a:defRPr/>
            </a:lvl2pPr>
            <a:lvl3pPr lvl="2" rtl="0">
              <a:lnSpc>
                <a:spcPct val="100000"/>
              </a:lnSpc>
              <a:spcBef>
                <a:spcPts val="1600"/>
              </a:spcBef>
              <a:spcAft>
                <a:spcPts val="0"/>
              </a:spcAft>
              <a:buNone/>
              <a:defRPr/>
            </a:lvl3pPr>
            <a:lvl4pPr lvl="3" rtl="0">
              <a:lnSpc>
                <a:spcPct val="100000"/>
              </a:lnSpc>
              <a:spcBef>
                <a:spcPts val="1600"/>
              </a:spcBef>
              <a:spcAft>
                <a:spcPts val="0"/>
              </a:spcAft>
              <a:buNone/>
              <a:defRPr/>
            </a:lvl4pPr>
            <a:lvl5pPr lvl="4" rtl="0">
              <a:lnSpc>
                <a:spcPct val="100000"/>
              </a:lnSpc>
              <a:spcBef>
                <a:spcPts val="1600"/>
              </a:spcBef>
              <a:spcAft>
                <a:spcPts val="0"/>
              </a:spcAft>
              <a:buNone/>
              <a:defRPr/>
            </a:lvl5pPr>
            <a:lvl6pPr lvl="5" rtl="0">
              <a:lnSpc>
                <a:spcPct val="100000"/>
              </a:lnSpc>
              <a:spcBef>
                <a:spcPts val="1600"/>
              </a:spcBef>
              <a:spcAft>
                <a:spcPts val="0"/>
              </a:spcAft>
              <a:buNone/>
              <a:defRPr/>
            </a:lvl6pPr>
            <a:lvl7pPr lvl="6" rtl="0">
              <a:lnSpc>
                <a:spcPct val="100000"/>
              </a:lnSpc>
              <a:spcBef>
                <a:spcPts val="1600"/>
              </a:spcBef>
              <a:spcAft>
                <a:spcPts val="0"/>
              </a:spcAft>
              <a:buNone/>
              <a:defRPr/>
            </a:lvl7pPr>
            <a:lvl8pPr lvl="7" rtl="0">
              <a:lnSpc>
                <a:spcPct val="100000"/>
              </a:lnSpc>
              <a:spcBef>
                <a:spcPts val="1600"/>
              </a:spcBef>
              <a:spcAft>
                <a:spcPts val="0"/>
              </a:spcAft>
              <a:buNone/>
              <a:defRPr/>
            </a:lvl8pPr>
            <a:lvl9pPr lvl="8" rtl="0">
              <a:lnSpc>
                <a:spcPct val="100000"/>
              </a:lnSpc>
              <a:spcBef>
                <a:spcPts val="1600"/>
              </a:spcBef>
              <a:spcAft>
                <a:spcPts val="1600"/>
              </a:spcAft>
              <a:buNone/>
              <a:defRPr/>
            </a:lvl9pPr>
          </a:lstStyle>
          <a:p/>
        </p:txBody>
      </p:sp>
      <p:sp>
        <p:nvSpPr>
          <p:cNvPr id="151" name="Google Shape;151;p21"/>
          <p:cNvSpPr txBox="1"/>
          <p:nvPr>
            <p:ph type="subTitle" idx="5"/>
          </p:nvPr>
        </p:nvSpPr>
        <p:spPr>
          <a:xfrm>
            <a:off x="3328938" y="3533532"/>
            <a:ext cx="2486100" cy="295200"/>
          </a:xfrm>
          <a:prstGeom prst="rect">
            <a:avLst/>
          </a:prstGeom>
          <a:noFill/>
        </p:spPr>
        <p:txBody>
          <a:bodyPr spcFirstLastPara="1" wrap="square" lIns="91425" tIns="91425" rIns="91425" bIns="91425" anchor="ctr" anchorCtr="0">
            <a:noAutofit/>
          </a:bodyPr>
          <a:lstStyle>
            <a:lvl1pPr lvl="0" algn="ctr" rtl="0">
              <a:lnSpc>
                <a:spcPct val="100000"/>
              </a:lnSpc>
              <a:spcBef>
                <a:spcPts val="0"/>
              </a:spcBef>
              <a:spcAft>
                <a:spcPts val="0"/>
              </a:spcAft>
              <a:buNone/>
              <a:defRPr sz="2000">
                <a:solidFill>
                  <a:schemeClr val="dk2"/>
                </a:solidFill>
                <a:latin typeface="Oswald"/>
                <a:ea typeface="Oswald"/>
                <a:cs typeface="Oswald"/>
                <a:sym typeface="Oswald"/>
              </a:defRPr>
            </a:lvl1pPr>
            <a:lvl2pPr lvl="1" rtl="0">
              <a:lnSpc>
                <a:spcPct val="100000"/>
              </a:lnSpc>
              <a:spcBef>
                <a:spcPts val="0"/>
              </a:spcBef>
              <a:spcAft>
                <a:spcPts val="0"/>
              </a:spcAft>
              <a:buNone/>
              <a:defRPr sz="2000">
                <a:solidFill>
                  <a:schemeClr val="dk2"/>
                </a:solidFill>
                <a:latin typeface="Oswald"/>
                <a:ea typeface="Oswald"/>
                <a:cs typeface="Oswald"/>
                <a:sym typeface="Oswald"/>
              </a:defRPr>
            </a:lvl2pPr>
            <a:lvl3pPr lvl="2" rtl="0">
              <a:lnSpc>
                <a:spcPct val="100000"/>
              </a:lnSpc>
              <a:spcBef>
                <a:spcPts val="0"/>
              </a:spcBef>
              <a:spcAft>
                <a:spcPts val="0"/>
              </a:spcAft>
              <a:buNone/>
              <a:defRPr sz="2000">
                <a:solidFill>
                  <a:schemeClr val="dk2"/>
                </a:solidFill>
                <a:latin typeface="Oswald"/>
                <a:ea typeface="Oswald"/>
                <a:cs typeface="Oswald"/>
                <a:sym typeface="Oswald"/>
              </a:defRPr>
            </a:lvl3pPr>
            <a:lvl4pPr lvl="3" rtl="0">
              <a:lnSpc>
                <a:spcPct val="100000"/>
              </a:lnSpc>
              <a:spcBef>
                <a:spcPts val="0"/>
              </a:spcBef>
              <a:spcAft>
                <a:spcPts val="0"/>
              </a:spcAft>
              <a:buNone/>
              <a:defRPr sz="2000">
                <a:solidFill>
                  <a:schemeClr val="dk2"/>
                </a:solidFill>
                <a:latin typeface="Oswald"/>
                <a:ea typeface="Oswald"/>
                <a:cs typeface="Oswald"/>
                <a:sym typeface="Oswald"/>
              </a:defRPr>
            </a:lvl4pPr>
            <a:lvl5pPr lvl="4" rtl="0">
              <a:lnSpc>
                <a:spcPct val="100000"/>
              </a:lnSpc>
              <a:spcBef>
                <a:spcPts val="0"/>
              </a:spcBef>
              <a:spcAft>
                <a:spcPts val="0"/>
              </a:spcAft>
              <a:buNone/>
              <a:defRPr sz="2000">
                <a:solidFill>
                  <a:schemeClr val="dk2"/>
                </a:solidFill>
                <a:latin typeface="Oswald"/>
                <a:ea typeface="Oswald"/>
                <a:cs typeface="Oswald"/>
                <a:sym typeface="Oswald"/>
              </a:defRPr>
            </a:lvl5pPr>
            <a:lvl6pPr lvl="5" rtl="0">
              <a:lnSpc>
                <a:spcPct val="100000"/>
              </a:lnSpc>
              <a:spcBef>
                <a:spcPts val="0"/>
              </a:spcBef>
              <a:spcAft>
                <a:spcPts val="0"/>
              </a:spcAft>
              <a:buNone/>
              <a:defRPr sz="2000">
                <a:solidFill>
                  <a:schemeClr val="dk2"/>
                </a:solidFill>
                <a:latin typeface="Oswald"/>
                <a:ea typeface="Oswald"/>
                <a:cs typeface="Oswald"/>
                <a:sym typeface="Oswald"/>
              </a:defRPr>
            </a:lvl6pPr>
            <a:lvl7pPr lvl="6" rtl="0">
              <a:lnSpc>
                <a:spcPct val="100000"/>
              </a:lnSpc>
              <a:spcBef>
                <a:spcPts val="0"/>
              </a:spcBef>
              <a:spcAft>
                <a:spcPts val="0"/>
              </a:spcAft>
              <a:buNone/>
              <a:defRPr sz="2000">
                <a:solidFill>
                  <a:schemeClr val="dk2"/>
                </a:solidFill>
                <a:latin typeface="Oswald"/>
                <a:ea typeface="Oswald"/>
                <a:cs typeface="Oswald"/>
                <a:sym typeface="Oswald"/>
              </a:defRPr>
            </a:lvl7pPr>
            <a:lvl8pPr lvl="7" rtl="0">
              <a:lnSpc>
                <a:spcPct val="100000"/>
              </a:lnSpc>
              <a:spcBef>
                <a:spcPts val="0"/>
              </a:spcBef>
              <a:spcAft>
                <a:spcPts val="0"/>
              </a:spcAft>
              <a:buNone/>
              <a:defRPr sz="2000">
                <a:solidFill>
                  <a:schemeClr val="dk2"/>
                </a:solidFill>
                <a:latin typeface="Oswald"/>
                <a:ea typeface="Oswald"/>
                <a:cs typeface="Oswald"/>
                <a:sym typeface="Oswald"/>
              </a:defRPr>
            </a:lvl8pPr>
            <a:lvl9pPr lvl="8" rtl="0">
              <a:lnSpc>
                <a:spcPct val="100000"/>
              </a:lnSpc>
              <a:spcBef>
                <a:spcPts val="0"/>
              </a:spcBef>
              <a:spcAft>
                <a:spcPts val="0"/>
              </a:spcAft>
              <a:buNone/>
              <a:defRPr sz="2000">
                <a:solidFill>
                  <a:schemeClr val="dk2"/>
                </a:solidFill>
                <a:latin typeface="Oswald"/>
                <a:ea typeface="Oswald"/>
                <a:cs typeface="Oswald"/>
                <a:sym typeface="Oswald"/>
              </a:defRPr>
            </a:lvl9pPr>
          </a:lstStyle>
          <a:p/>
        </p:txBody>
      </p:sp>
      <p:sp>
        <p:nvSpPr>
          <p:cNvPr id="152" name="Google Shape;152;p21"/>
          <p:cNvSpPr txBox="1"/>
          <p:nvPr>
            <p:ph type="subTitle" idx="6"/>
          </p:nvPr>
        </p:nvSpPr>
        <p:spPr>
          <a:xfrm>
            <a:off x="3328950" y="3792128"/>
            <a:ext cx="2486100" cy="933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600"/>
            </a:lvl1pPr>
            <a:lvl2pPr lvl="1" rtl="0">
              <a:lnSpc>
                <a:spcPct val="100000"/>
              </a:lnSpc>
              <a:spcBef>
                <a:spcPts val="1600"/>
              </a:spcBef>
              <a:spcAft>
                <a:spcPts val="0"/>
              </a:spcAft>
              <a:buNone/>
              <a:defRPr/>
            </a:lvl2pPr>
            <a:lvl3pPr lvl="2" rtl="0">
              <a:lnSpc>
                <a:spcPct val="100000"/>
              </a:lnSpc>
              <a:spcBef>
                <a:spcPts val="1600"/>
              </a:spcBef>
              <a:spcAft>
                <a:spcPts val="0"/>
              </a:spcAft>
              <a:buNone/>
              <a:defRPr/>
            </a:lvl3pPr>
            <a:lvl4pPr lvl="3" rtl="0">
              <a:lnSpc>
                <a:spcPct val="100000"/>
              </a:lnSpc>
              <a:spcBef>
                <a:spcPts val="1600"/>
              </a:spcBef>
              <a:spcAft>
                <a:spcPts val="0"/>
              </a:spcAft>
              <a:buNone/>
              <a:defRPr/>
            </a:lvl4pPr>
            <a:lvl5pPr lvl="4" rtl="0">
              <a:lnSpc>
                <a:spcPct val="100000"/>
              </a:lnSpc>
              <a:spcBef>
                <a:spcPts val="1600"/>
              </a:spcBef>
              <a:spcAft>
                <a:spcPts val="0"/>
              </a:spcAft>
              <a:buNone/>
              <a:defRPr/>
            </a:lvl5pPr>
            <a:lvl6pPr lvl="5" rtl="0">
              <a:lnSpc>
                <a:spcPct val="100000"/>
              </a:lnSpc>
              <a:spcBef>
                <a:spcPts val="1600"/>
              </a:spcBef>
              <a:spcAft>
                <a:spcPts val="0"/>
              </a:spcAft>
              <a:buNone/>
              <a:defRPr/>
            </a:lvl6pPr>
            <a:lvl7pPr lvl="6" rtl="0">
              <a:lnSpc>
                <a:spcPct val="100000"/>
              </a:lnSpc>
              <a:spcBef>
                <a:spcPts val="1600"/>
              </a:spcBef>
              <a:spcAft>
                <a:spcPts val="0"/>
              </a:spcAft>
              <a:buNone/>
              <a:defRPr/>
            </a:lvl7pPr>
            <a:lvl8pPr lvl="7" rtl="0">
              <a:lnSpc>
                <a:spcPct val="100000"/>
              </a:lnSpc>
              <a:spcBef>
                <a:spcPts val="1600"/>
              </a:spcBef>
              <a:spcAft>
                <a:spcPts val="0"/>
              </a:spcAft>
              <a:buNone/>
              <a:defRPr/>
            </a:lvl8pPr>
            <a:lvl9pPr lvl="8" rtl="0">
              <a:lnSpc>
                <a:spcPct val="100000"/>
              </a:lnSpc>
              <a:spcBef>
                <a:spcPts val="1600"/>
              </a:spcBef>
              <a:spcAft>
                <a:spcPts val="1600"/>
              </a:spcAft>
              <a:buNone/>
              <a:defRPr/>
            </a:lvl9pPr>
          </a:lstStyle>
          <a:p/>
        </p:txBody>
      </p:sp>
      <p:sp>
        <p:nvSpPr>
          <p:cNvPr id="153" name="Google Shape;153;p21"/>
          <p:cNvSpPr txBox="1"/>
          <p:nvPr>
            <p:ph type="title" idx="7" hasCustomPrompt="1"/>
          </p:nvPr>
        </p:nvSpPr>
        <p:spPr>
          <a:xfrm>
            <a:off x="1787850" y="1519000"/>
            <a:ext cx="655200" cy="6126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dk1"/>
              </a:buClr>
              <a:buSzPts val="3000"/>
              <a:buNone/>
              <a:defRPr>
                <a:solidFill>
                  <a:schemeClr val="dk1"/>
                </a:solidFill>
              </a:defRPr>
            </a:lvl1pPr>
            <a:lvl2pPr lvl="1" rtl="0">
              <a:spcBef>
                <a:spcPts val="0"/>
              </a:spcBef>
              <a:spcAft>
                <a:spcPts val="0"/>
              </a:spcAft>
              <a:buClr>
                <a:schemeClr val="dk1"/>
              </a:buClr>
              <a:buSzPts val="3000"/>
              <a:buNone/>
              <a:defRPr>
                <a:solidFill>
                  <a:schemeClr val="dk1"/>
                </a:solidFill>
              </a:defRPr>
            </a:lvl2pPr>
            <a:lvl3pPr lvl="2" rtl="0">
              <a:spcBef>
                <a:spcPts val="0"/>
              </a:spcBef>
              <a:spcAft>
                <a:spcPts val="0"/>
              </a:spcAft>
              <a:buClr>
                <a:schemeClr val="dk1"/>
              </a:buClr>
              <a:buSzPts val="3000"/>
              <a:buNone/>
              <a:defRPr>
                <a:solidFill>
                  <a:schemeClr val="dk1"/>
                </a:solidFill>
              </a:defRPr>
            </a:lvl3pPr>
            <a:lvl4pPr lvl="3" rtl="0">
              <a:spcBef>
                <a:spcPts val="0"/>
              </a:spcBef>
              <a:spcAft>
                <a:spcPts val="0"/>
              </a:spcAft>
              <a:buClr>
                <a:schemeClr val="dk1"/>
              </a:buClr>
              <a:buSzPts val="3000"/>
              <a:buNone/>
              <a:defRPr>
                <a:solidFill>
                  <a:schemeClr val="dk1"/>
                </a:solidFill>
              </a:defRPr>
            </a:lvl4pPr>
            <a:lvl5pPr lvl="4" rtl="0">
              <a:spcBef>
                <a:spcPts val="0"/>
              </a:spcBef>
              <a:spcAft>
                <a:spcPts val="0"/>
              </a:spcAft>
              <a:buClr>
                <a:schemeClr val="dk1"/>
              </a:buClr>
              <a:buSzPts val="3000"/>
              <a:buNone/>
              <a:defRPr>
                <a:solidFill>
                  <a:schemeClr val="dk1"/>
                </a:solidFill>
              </a:defRPr>
            </a:lvl5pPr>
            <a:lvl6pPr lvl="5" rtl="0">
              <a:spcBef>
                <a:spcPts val="0"/>
              </a:spcBef>
              <a:spcAft>
                <a:spcPts val="0"/>
              </a:spcAft>
              <a:buClr>
                <a:schemeClr val="dk1"/>
              </a:buClr>
              <a:buSzPts val="3000"/>
              <a:buNone/>
              <a:defRPr>
                <a:solidFill>
                  <a:schemeClr val="dk1"/>
                </a:solidFill>
              </a:defRPr>
            </a:lvl6pPr>
            <a:lvl7pPr lvl="6" rtl="0">
              <a:spcBef>
                <a:spcPts val="0"/>
              </a:spcBef>
              <a:spcAft>
                <a:spcPts val="0"/>
              </a:spcAft>
              <a:buClr>
                <a:schemeClr val="dk1"/>
              </a:buClr>
              <a:buSzPts val="3000"/>
              <a:buNone/>
              <a:defRPr>
                <a:solidFill>
                  <a:schemeClr val="dk1"/>
                </a:solidFill>
              </a:defRPr>
            </a:lvl7pPr>
            <a:lvl8pPr lvl="7" rtl="0">
              <a:spcBef>
                <a:spcPts val="0"/>
              </a:spcBef>
              <a:spcAft>
                <a:spcPts val="0"/>
              </a:spcAft>
              <a:buClr>
                <a:schemeClr val="dk1"/>
              </a:buClr>
              <a:buSzPts val="3000"/>
              <a:buNone/>
              <a:defRPr>
                <a:solidFill>
                  <a:schemeClr val="dk1"/>
                </a:solidFill>
              </a:defRPr>
            </a:lvl8pPr>
            <a:lvl9pPr lvl="8" rtl="0">
              <a:spcBef>
                <a:spcPts val="0"/>
              </a:spcBef>
              <a:spcAft>
                <a:spcPts val="0"/>
              </a:spcAft>
              <a:buClr>
                <a:schemeClr val="dk1"/>
              </a:buClr>
              <a:buSzPts val="3000"/>
              <a:buNone/>
              <a:defRPr>
                <a:solidFill>
                  <a:schemeClr val="dk1"/>
                </a:solidFill>
              </a:defRPr>
            </a:lvl9pPr>
          </a:lstStyle>
          <a:p>
            <a:r>
              <a:t>xx%</a:t>
            </a:r>
          </a:p>
        </p:txBody>
      </p:sp>
      <p:sp>
        <p:nvSpPr>
          <p:cNvPr id="154" name="Google Shape;154;p21"/>
          <p:cNvSpPr txBox="1"/>
          <p:nvPr>
            <p:ph type="title" idx="8" hasCustomPrompt="1"/>
          </p:nvPr>
        </p:nvSpPr>
        <p:spPr>
          <a:xfrm>
            <a:off x="4244400" y="2741424"/>
            <a:ext cx="655200" cy="6126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dk1"/>
              </a:buClr>
              <a:buSzPts val="3000"/>
              <a:buNone/>
              <a:defRPr>
                <a:solidFill>
                  <a:schemeClr val="dk1"/>
                </a:solidFill>
              </a:defRPr>
            </a:lvl1pPr>
            <a:lvl2pPr lvl="1" rtl="0">
              <a:spcBef>
                <a:spcPts val="0"/>
              </a:spcBef>
              <a:spcAft>
                <a:spcPts val="0"/>
              </a:spcAft>
              <a:buClr>
                <a:schemeClr val="dk1"/>
              </a:buClr>
              <a:buSzPts val="3000"/>
              <a:buNone/>
              <a:defRPr>
                <a:solidFill>
                  <a:schemeClr val="dk1"/>
                </a:solidFill>
              </a:defRPr>
            </a:lvl2pPr>
            <a:lvl3pPr lvl="2" rtl="0">
              <a:spcBef>
                <a:spcPts val="0"/>
              </a:spcBef>
              <a:spcAft>
                <a:spcPts val="0"/>
              </a:spcAft>
              <a:buClr>
                <a:schemeClr val="dk1"/>
              </a:buClr>
              <a:buSzPts val="3000"/>
              <a:buNone/>
              <a:defRPr>
                <a:solidFill>
                  <a:schemeClr val="dk1"/>
                </a:solidFill>
              </a:defRPr>
            </a:lvl3pPr>
            <a:lvl4pPr lvl="3" rtl="0">
              <a:spcBef>
                <a:spcPts val="0"/>
              </a:spcBef>
              <a:spcAft>
                <a:spcPts val="0"/>
              </a:spcAft>
              <a:buClr>
                <a:schemeClr val="dk1"/>
              </a:buClr>
              <a:buSzPts val="3000"/>
              <a:buNone/>
              <a:defRPr>
                <a:solidFill>
                  <a:schemeClr val="dk1"/>
                </a:solidFill>
              </a:defRPr>
            </a:lvl4pPr>
            <a:lvl5pPr lvl="4" rtl="0">
              <a:spcBef>
                <a:spcPts val="0"/>
              </a:spcBef>
              <a:spcAft>
                <a:spcPts val="0"/>
              </a:spcAft>
              <a:buClr>
                <a:schemeClr val="dk1"/>
              </a:buClr>
              <a:buSzPts val="3000"/>
              <a:buNone/>
              <a:defRPr>
                <a:solidFill>
                  <a:schemeClr val="dk1"/>
                </a:solidFill>
              </a:defRPr>
            </a:lvl5pPr>
            <a:lvl6pPr lvl="5" rtl="0">
              <a:spcBef>
                <a:spcPts val="0"/>
              </a:spcBef>
              <a:spcAft>
                <a:spcPts val="0"/>
              </a:spcAft>
              <a:buClr>
                <a:schemeClr val="dk1"/>
              </a:buClr>
              <a:buSzPts val="3000"/>
              <a:buNone/>
              <a:defRPr>
                <a:solidFill>
                  <a:schemeClr val="dk1"/>
                </a:solidFill>
              </a:defRPr>
            </a:lvl6pPr>
            <a:lvl7pPr lvl="6" rtl="0">
              <a:spcBef>
                <a:spcPts val="0"/>
              </a:spcBef>
              <a:spcAft>
                <a:spcPts val="0"/>
              </a:spcAft>
              <a:buClr>
                <a:schemeClr val="dk1"/>
              </a:buClr>
              <a:buSzPts val="3000"/>
              <a:buNone/>
              <a:defRPr>
                <a:solidFill>
                  <a:schemeClr val="dk1"/>
                </a:solidFill>
              </a:defRPr>
            </a:lvl7pPr>
            <a:lvl8pPr lvl="7" rtl="0">
              <a:spcBef>
                <a:spcPts val="0"/>
              </a:spcBef>
              <a:spcAft>
                <a:spcPts val="0"/>
              </a:spcAft>
              <a:buClr>
                <a:schemeClr val="dk1"/>
              </a:buClr>
              <a:buSzPts val="3000"/>
              <a:buNone/>
              <a:defRPr>
                <a:solidFill>
                  <a:schemeClr val="dk1"/>
                </a:solidFill>
              </a:defRPr>
            </a:lvl8pPr>
            <a:lvl9pPr lvl="8" rtl="0">
              <a:spcBef>
                <a:spcPts val="0"/>
              </a:spcBef>
              <a:spcAft>
                <a:spcPts val="0"/>
              </a:spcAft>
              <a:buClr>
                <a:schemeClr val="dk1"/>
              </a:buClr>
              <a:buSzPts val="3000"/>
              <a:buNone/>
              <a:defRPr>
                <a:solidFill>
                  <a:schemeClr val="dk1"/>
                </a:solidFill>
              </a:defRPr>
            </a:lvl9pPr>
          </a:lstStyle>
          <a:p>
            <a:r>
              <a:t>xx%</a:t>
            </a:r>
          </a:p>
        </p:txBody>
      </p:sp>
      <p:sp>
        <p:nvSpPr>
          <p:cNvPr id="155" name="Google Shape;155;p21"/>
          <p:cNvSpPr txBox="1"/>
          <p:nvPr>
            <p:ph type="title" idx="9" hasCustomPrompt="1"/>
          </p:nvPr>
        </p:nvSpPr>
        <p:spPr>
          <a:xfrm>
            <a:off x="6700950" y="1519000"/>
            <a:ext cx="655200" cy="6126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dk1"/>
              </a:buClr>
              <a:buSzPts val="3000"/>
              <a:buNone/>
              <a:defRPr>
                <a:solidFill>
                  <a:schemeClr val="dk1"/>
                </a:solidFill>
              </a:defRPr>
            </a:lvl1pPr>
            <a:lvl2pPr lvl="1" rtl="0">
              <a:spcBef>
                <a:spcPts val="0"/>
              </a:spcBef>
              <a:spcAft>
                <a:spcPts val="0"/>
              </a:spcAft>
              <a:buClr>
                <a:schemeClr val="dk1"/>
              </a:buClr>
              <a:buSzPts val="3000"/>
              <a:buNone/>
              <a:defRPr>
                <a:solidFill>
                  <a:schemeClr val="dk1"/>
                </a:solidFill>
              </a:defRPr>
            </a:lvl2pPr>
            <a:lvl3pPr lvl="2" rtl="0">
              <a:spcBef>
                <a:spcPts val="0"/>
              </a:spcBef>
              <a:spcAft>
                <a:spcPts val="0"/>
              </a:spcAft>
              <a:buClr>
                <a:schemeClr val="dk1"/>
              </a:buClr>
              <a:buSzPts val="3000"/>
              <a:buNone/>
              <a:defRPr>
                <a:solidFill>
                  <a:schemeClr val="dk1"/>
                </a:solidFill>
              </a:defRPr>
            </a:lvl3pPr>
            <a:lvl4pPr lvl="3" rtl="0">
              <a:spcBef>
                <a:spcPts val="0"/>
              </a:spcBef>
              <a:spcAft>
                <a:spcPts val="0"/>
              </a:spcAft>
              <a:buClr>
                <a:schemeClr val="dk1"/>
              </a:buClr>
              <a:buSzPts val="3000"/>
              <a:buNone/>
              <a:defRPr>
                <a:solidFill>
                  <a:schemeClr val="dk1"/>
                </a:solidFill>
              </a:defRPr>
            </a:lvl4pPr>
            <a:lvl5pPr lvl="4" rtl="0">
              <a:spcBef>
                <a:spcPts val="0"/>
              </a:spcBef>
              <a:spcAft>
                <a:spcPts val="0"/>
              </a:spcAft>
              <a:buClr>
                <a:schemeClr val="dk1"/>
              </a:buClr>
              <a:buSzPts val="3000"/>
              <a:buNone/>
              <a:defRPr>
                <a:solidFill>
                  <a:schemeClr val="dk1"/>
                </a:solidFill>
              </a:defRPr>
            </a:lvl5pPr>
            <a:lvl6pPr lvl="5" rtl="0">
              <a:spcBef>
                <a:spcPts val="0"/>
              </a:spcBef>
              <a:spcAft>
                <a:spcPts val="0"/>
              </a:spcAft>
              <a:buClr>
                <a:schemeClr val="dk1"/>
              </a:buClr>
              <a:buSzPts val="3000"/>
              <a:buNone/>
              <a:defRPr>
                <a:solidFill>
                  <a:schemeClr val="dk1"/>
                </a:solidFill>
              </a:defRPr>
            </a:lvl6pPr>
            <a:lvl7pPr lvl="6" rtl="0">
              <a:spcBef>
                <a:spcPts val="0"/>
              </a:spcBef>
              <a:spcAft>
                <a:spcPts val="0"/>
              </a:spcAft>
              <a:buClr>
                <a:schemeClr val="dk1"/>
              </a:buClr>
              <a:buSzPts val="3000"/>
              <a:buNone/>
              <a:defRPr>
                <a:solidFill>
                  <a:schemeClr val="dk1"/>
                </a:solidFill>
              </a:defRPr>
            </a:lvl7pPr>
            <a:lvl8pPr lvl="7" rtl="0">
              <a:spcBef>
                <a:spcPts val="0"/>
              </a:spcBef>
              <a:spcAft>
                <a:spcPts val="0"/>
              </a:spcAft>
              <a:buClr>
                <a:schemeClr val="dk1"/>
              </a:buClr>
              <a:buSzPts val="3000"/>
              <a:buNone/>
              <a:defRPr>
                <a:solidFill>
                  <a:schemeClr val="dk1"/>
                </a:solidFill>
              </a:defRPr>
            </a:lvl8pPr>
            <a:lvl9pPr lvl="8" rtl="0">
              <a:spcBef>
                <a:spcPts val="0"/>
              </a:spcBef>
              <a:spcAft>
                <a:spcPts val="0"/>
              </a:spcAft>
              <a:buClr>
                <a:schemeClr val="dk1"/>
              </a:buClr>
              <a:buSzPts val="3000"/>
              <a:buNone/>
              <a:defRPr>
                <a:solidFill>
                  <a:schemeClr val="dk1"/>
                </a:solidFill>
              </a:defRPr>
            </a:lvl9pPr>
          </a:lstStyle>
          <a:p>
            <a:r>
              <a:t>xx%</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four columns 2">
  <p:cSld name="CUSTOM_1_1">
    <p:spTree>
      <p:nvGrpSpPr>
        <p:cNvPr id="156" name="Shape 156"/>
        <p:cNvGrpSpPr/>
        <p:nvPr/>
      </p:nvGrpSpPr>
      <p:grpSpPr>
        <a:xfrm>
          <a:off x="0" y="0"/>
          <a:ext cx="0" cy="0"/>
          <a:chOff x="0" y="0"/>
          <a:chExt cx="0" cy="0"/>
        </a:xfrm>
      </p:grpSpPr>
      <p:pic>
        <p:nvPicPr>
          <p:cNvPr id="157" name="Google Shape;157;p22"/>
          <p:cNvPicPr preferRelativeResize="0"/>
          <p:nvPr/>
        </p:nvPicPr>
        <p:blipFill>
          <a:blip r:embed="rId2"/>
          <a:stretch>
            <a:fillRect/>
          </a:stretch>
        </p:blipFill>
        <p:spPr>
          <a:xfrm flipH="1">
            <a:off x="0" y="2"/>
            <a:ext cx="9144048" cy="5143500"/>
          </a:xfrm>
          <a:prstGeom prst="rect">
            <a:avLst/>
          </a:prstGeom>
          <a:noFill/>
          <a:ln>
            <a:noFill/>
          </a:ln>
        </p:spPr>
      </p:pic>
      <p:sp>
        <p:nvSpPr>
          <p:cNvPr id="158" name="Google Shape;158;p22"/>
          <p:cNvSpPr txBox="1"/>
          <p:nvPr>
            <p:ph type="title"/>
          </p:nvPr>
        </p:nvSpPr>
        <p:spPr>
          <a:xfrm>
            <a:off x="2594200" y="445800"/>
            <a:ext cx="5818200" cy="779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a:lvl1pPr>
            <a:lvl2pPr lvl="1" algn="l"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2pPr>
            <a:lvl3pPr lvl="2" algn="l"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3pPr>
            <a:lvl4pPr lvl="3" algn="l"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4pPr>
            <a:lvl5pPr lvl="4" algn="l"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5pPr>
            <a:lvl6pPr lvl="5" algn="l"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6pPr>
            <a:lvl7pPr lvl="6" algn="l"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7pPr>
            <a:lvl8pPr lvl="7" algn="l"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8pPr>
            <a:lvl9pPr lvl="8" algn="l"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9pPr>
          </a:lstStyle>
          <a:p/>
        </p:txBody>
      </p:sp>
      <p:sp>
        <p:nvSpPr>
          <p:cNvPr id="159" name="Google Shape;159;p22"/>
          <p:cNvSpPr txBox="1"/>
          <p:nvPr>
            <p:ph type="subTitle" idx="1"/>
          </p:nvPr>
        </p:nvSpPr>
        <p:spPr>
          <a:xfrm>
            <a:off x="3981500" y="2162400"/>
            <a:ext cx="2013600" cy="6669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None/>
              <a:defRPr sz="1600">
                <a:solidFill>
                  <a:schemeClr val="lt1"/>
                </a:solidFill>
              </a:defRPr>
            </a:lvl1pPr>
            <a:lvl2pPr lvl="1" algn="ctr" rtl="0">
              <a:spcBef>
                <a:spcPts val="0"/>
              </a:spcBef>
              <a:spcAft>
                <a:spcPts val="0"/>
              </a:spcAft>
              <a:buNone/>
              <a:defRPr sz="1600">
                <a:solidFill>
                  <a:schemeClr val="lt1"/>
                </a:solidFill>
              </a:defRPr>
            </a:lvl2pPr>
            <a:lvl3pPr lvl="2" algn="ctr" rtl="0">
              <a:spcBef>
                <a:spcPts val="0"/>
              </a:spcBef>
              <a:spcAft>
                <a:spcPts val="0"/>
              </a:spcAft>
              <a:buNone/>
              <a:defRPr sz="1600">
                <a:solidFill>
                  <a:schemeClr val="lt1"/>
                </a:solidFill>
              </a:defRPr>
            </a:lvl3pPr>
            <a:lvl4pPr lvl="3" algn="ctr" rtl="0">
              <a:spcBef>
                <a:spcPts val="0"/>
              </a:spcBef>
              <a:spcAft>
                <a:spcPts val="0"/>
              </a:spcAft>
              <a:buNone/>
              <a:defRPr sz="1600">
                <a:solidFill>
                  <a:schemeClr val="lt1"/>
                </a:solidFill>
              </a:defRPr>
            </a:lvl4pPr>
            <a:lvl5pPr lvl="4" algn="ctr" rtl="0">
              <a:spcBef>
                <a:spcPts val="0"/>
              </a:spcBef>
              <a:spcAft>
                <a:spcPts val="0"/>
              </a:spcAft>
              <a:buNone/>
              <a:defRPr sz="1600">
                <a:solidFill>
                  <a:schemeClr val="lt1"/>
                </a:solidFill>
              </a:defRPr>
            </a:lvl5pPr>
            <a:lvl6pPr lvl="5" algn="ctr" rtl="0">
              <a:spcBef>
                <a:spcPts val="0"/>
              </a:spcBef>
              <a:spcAft>
                <a:spcPts val="0"/>
              </a:spcAft>
              <a:buNone/>
              <a:defRPr sz="1600">
                <a:solidFill>
                  <a:schemeClr val="lt1"/>
                </a:solidFill>
              </a:defRPr>
            </a:lvl6pPr>
            <a:lvl7pPr lvl="6" algn="ctr" rtl="0">
              <a:spcBef>
                <a:spcPts val="0"/>
              </a:spcBef>
              <a:spcAft>
                <a:spcPts val="0"/>
              </a:spcAft>
              <a:buNone/>
              <a:defRPr sz="1600">
                <a:solidFill>
                  <a:schemeClr val="lt1"/>
                </a:solidFill>
              </a:defRPr>
            </a:lvl7pPr>
            <a:lvl8pPr lvl="7" algn="ctr" rtl="0">
              <a:spcBef>
                <a:spcPts val="0"/>
              </a:spcBef>
              <a:spcAft>
                <a:spcPts val="0"/>
              </a:spcAft>
              <a:buNone/>
              <a:defRPr sz="1600">
                <a:solidFill>
                  <a:schemeClr val="lt1"/>
                </a:solidFill>
              </a:defRPr>
            </a:lvl8pPr>
            <a:lvl9pPr lvl="8" algn="ctr" rtl="0">
              <a:spcBef>
                <a:spcPts val="0"/>
              </a:spcBef>
              <a:spcAft>
                <a:spcPts val="0"/>
              </a:spcAft>
              <a:buNone/>
              <a:defRPr sz="1600">
                <a:solidFill>
                  <a:schemeClr val="lt1"/>
                </a:solidFill>
              </a:defRPr>
            </a:lvl9pPr>
          </a:lstStyle>
          <a:p/>
        </p:txBody>
      </p:sp>
      <p:sp>
        <p:nvSpPr>
          <p:cNvPr id="160" name="Google Shape;160;p22"/>
          <p:cNvSpPr txBox="1"/>
          <p:nvPr>
            <p:ph type="subTitle" idx="2"/>
          </p:nvPr>
        </p:nvSpPr>
        <p:spPr>
          <a:xfrm>
            <a:off x="3981500" y="3922150"/>
            <a:ext cx="2013600" cy="6126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None/>
              <a:defRPr sz="1600">
                <a:solidFill>
                  <a:schemeClr val="lt1"/>
                </a:solidFill>
              </a:defRPr>
            </a:lvl1pPr>
            <a:lvl2pPr lvl="1" algn="ctr" rtl="0">
              <a:spcBef>
                <a:spcPts val="0"/>
              </a:spcBef>
              <a:spcAft>
                <a:spcPts val="0"/>
              </a:spcAft>
              <a:buNone/>
              <a:defRPr sz="1600">
                <a:solidFill>
                  <a:schemeClr val="lt1"/>
                </a:solidFill>
              </a:defRPr>
            </a:lvl2pPr>
            <a:lvl3pPr lvl="2" algn="ctr" rtl="0">
              <a:spcBef>
                <a:spcPts val="0"/>
              </a:spcBef>
              <a:spcAft>
                <a:spcPts val="0"/>
              </a:spcAft>
              <a:buNone/>
              <a:defRPr sz="1600">
                <a:solidFill>
                  <a:schemeClr val="lt1"/>
                </a:solidFill>
              </a:defRPr>
            </a:lvl3pPr>
            <a:lvl4pPr lvl="3" algn="ctr" rtl="0">
              <a:spcBef>
                <a:spcPts val="0"/>
              </a:spcBef>
              <a:spcAft>
                <a:spcPts val="0"/>
              </a:spcAft>
              <a:buNone/>
              <a:defRPr sz="1600">
                <a:solidFill>
                  <a:schemeClr val="lt1"/>
                </a:solidFill>
              </a:defRPr>
            </a:lvl4pPr>
            <a:lvl5pPr lvl="4" algn="ctr" rtl="0">
              <a:spcBef>
                <a:spcPts val="0"/>
              </a:spcBef>
              <a:spcAft>
                <a:spcPts val="0"/>
              </a:spcAft>
              <a:buNone/>
              <a:defRPr sz="1600">
                <a:solidFill>
                  <a:schemeClr val="lt1"/>
                </a:solidFill>
              </a:defRPr>
            </a:lvl5pPr>
            <a:lvl6pPr lvl="5" algn="ctr" rtl="0">
              <a:spcBef>
                <a:spcPts val="0"/>
              </a:spcBef>
              <a:spcAft>
                <a:spcPts val="0"/>
              </a:spcAft>
              <a:buNone/>
              <a:defRPr sz="1600">
                <a:solidFill>
                  <a:schemeClr val="lt1"/>
                </a:solidFill>
              </a:defRPr>
            </a:lvl6pPr>
            <a:lvl7pPr lvl="6" algn="ctr" rtl="0">
              <a:spcBef>
                <a:spcPts val="0"/>
              </a:spcBef>
              <a:spcAft>
                <a:spcPts val="0"/>
              </a:spcAft>
              <a:buNone/>
              <a:defRPr sz="1600">
                <a:solidFill>
                  <a:schemeClr val="lt1"/>
                </a:solidFill>
              </a:defRPr>
            </a:lvl7pPr>
            <a:lvl8pPr lvl="7" algn="ctr" rtl="0">
              <a:spcBef>
                <a:spcPts val="0"/>
              </a:spcBef>
              <a:spcAft>
                <a:spcPts val="0"/>
              </a:spcAft>
              <a:buNone/>
              <a:defRPr sz="1600">
                <a:solidFill>
                  <a:schemeClr val="lt1"/>
                </a:solidFill>
              </a:defRPr>
            </a:lvl8pPr>
            <a:lvl9pPr lvl="8" algn="ctr" rtl="0">
              <a:spcBef>
                <a:spcPts val="0"/>
              </a:spcBef>
              <a:spcAft>
                <a:spcPts val="0"/>
              </a:spcAft>
              <a:buNone/>
              <a:defRPr sz="1600">
                <a:solidFill>
                  <a:schemeClr val="lt1"/>
                </a:solidFill>
              </a:defRPr>
            </a:lvl9pPr>
          </a:lstStyle>
          <a:p/>
        </p:txBody>
      </p:sp>
      <p:sp>
        <p:nvSpPr>
          <p:cNvPr id="161" name="Google Shape;161;p22"/>
          <p:cNvSpPr txBox="1"/>
          <p:nvPr>
            <p:ph type="subTitle" idx="3"/>
          </p:nvPr>
        </p:nvSpPr>
        <p:spPr>
          <a:xfrm>
            <a:off x="6398797" y="2162400"/>
            <a:ext cx="2013600" cy="6669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None/>
              <a:defRPr sz="1600">
                <a:solidFill>
                  <a:schemeClr val="lt1"/>
                </a:solidFill>
              </a:defRPr>
            </a:lvl1pPr>
            <a:lvl2pPr lvl="1" algn="ctr" rtl="0">
              <a:spcBef>
                <a:spcPts val="0"/>
              </a:spcBef>
              <a:spcAft>
                <a:spcPts val="0"/>
              </a:spcAft>
              <a:buNone/>
              <a:defRPr sz="1600">
                <a:solidFill>
                  <a:schemeClr val="lt1"/>
                </a:solidFill>
              </a:defRPr>
            </a:lvl2pPr>
            <a:lvl3pPr lvl="2" algn="ctr" rtl="0">
              <a:spcBef>
                <a:spcPts val="0"/>
              </a:spcBef>
              <a:spcAft>
                <a:spcPts val="0"/>
              </a:spcAft>
              <a:buNone/>
              <a:defRPr sz="1600">
                <a:solidFill>
                  <a:schemeClr val="lt1"/>
                </a:solidFill>
              </a:defRPr>
            </a:lvl3pPr>
            <a:lvl4pPr lvl="3" algn="ctr" rtl="0">
              <a:spcBef>
                <a:spcPts val="0"/>
              </a:spcBef>
              <a:spcAft>
                <a:spcPts val="0"/>
              </a:spcAft>
              <a:buNone/>
              <a:defRPr sz="1600">
                <a:solidFill>
                  <a:schemeClr val="lt1"/>
                </a:solidFill>
              </a:defRPr>
            </a:lvl4pPr>
            <a:lvl5pPr lvl="4" algn="ctr" rtl="0">
              <a:spcBef>
                <a:spcPts val="0"/>
              </a:spcBef>
              <a:spcAft>
                <a:spcPts val="0"/>
              </a:spcAft>
              <a:buNone/>
              <a:defRPr sz="1600">
                <a:solidFill>
                  <a:schemeClr val="lt1"/>
                </a:solidFill>
              </a:defRPr>
            </a:lvl5pPr>
            <a:lvl6pPr lvl="5" algn="ctr" rtl="0">
              <a:spcBef>
                <a:spcPts val="0"/>
              </a:spcBef>
              <a:spcAft>
                <a:spcPts val="0"/>
              </a:spcAft>
              <a:buNone/>
              <a:defRPr sz="1600">
                <a:solidFill>
                  <a:schemeClr val="lt1"/>
                </a:solidFill>
              </a:defRPr>
            </a:lvl6pPr>
            <a:lvl7pPr lvl="6" algn="ctr" rtl="0">
              <a:spcBef>
                <a:spcPts val="0"/>
              </a:spcBef>
              <a:spcAft>
                <a:spcPts val="0"/>
              </a:spcAft>
              <a:buNone/>
              <a:defRPr sz="1600">
                <a:solidFill>
                  <a:schemeClr val="lt1"/>
                </a:solidFill>
              </a:defRPr>
            </a:lvl7pPr>
            <a:lvl8pPr lvl="7" algn="ctr" rtl="0">
              <a:spcBef>
                <a:spcPts val="0"/>
              </a:spcBef>
              <a:spcAft>
                <a:spcPts val="0"/>
              </a:spcAft>
              <a:buNone/>
              <a:defRPr sz="1600">
                <a:solidFill>
                  <a:schemeClr val="lt1"/>
                </a:solidFill>
              </a:defRPr>
            </a:lvl8pPr>
            <a:lvl9pPr lvl="8" algn="ctr" rtl="0">
              <a:spcBef>
                <a:spcPts val="0"/>
              </a:spcBef>
              <a:spcAft>
                <a:spcPts val="0"/>
              </a:spcAft>
              <a:buNone/>
              <a:defRPr sz="1600">
                <a:solidFill>
                  <a:schemeClr val="lt1"/>
                </a:solidFill>
              </a:defRPr>
            </a:lvl9pPr>
          </a:lstStyle>
          <a:p/>
        </p:txBody>
      </p:sp>
      <p:sp>
        <p:nvSpPr>
          <p:cNvPr id="162" name="Google Shape;162;p22"/>
          <p:cNvSpPr txBox="1"/>
          <p:nvPr>
            <p:ph type="subTitle" idx="4"/>
          </p:nvPr>
        </p:nvSpPr>
        <p:spPr>
          <a:xfrm>
            <a:off x="6398797" y="3922150"/>
            <a:ext cx="2013600" cy="6126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None/>
              <a:defRPr sz="1600">
                <a:solidFill>
                  <a:schemeClr val="lt1"/>
                </a:solidFill>
              </a:defRPr>
            </a:lvl1pPr>
            <a:lvl2pPr lvl="1" algn="ctr" rtl="0">
              <a:spcBef>
                <a:spcPts val="0"/>
              </a:spcBef>
              <a:spcAft>
                <a:spcPts val="0"/>
              </a:spcAft>
              <a:buNone/>
              <a:defRPr sz="1600">
                <a:solidFill>
                  <a:schemeClr val="lt1"/>
                </a:solidFill>
              </a:defRPr>
            </a:lvl2pPr>
            <a:lvl3pPr lvl="2" algn="ctr" rtl="0">
              <a:spcBef>
                <a:spcPts val="0"/>
              </a:spcBef>
              <a:spcAft>
                <a:spcPts val="0"/>
              </a:spcAft>
              <a:buNone/>
              <a:defRPr sz="1600">
                <a:solidFill>
                  <a:schemeClr val="lt1"/>
                </a:solidFill>
              </a:defRPr>
            </a:lvl3pPr>
            <a:lvl4pPr lvl="3" algn="ctr" rtl="0">
              <a:spcBef>
                <a:spcPts val="0"/>
              </a:spcBef>
              <a:spcAft>
                <a:spcPts val="0"/>
              </a:spcAft>
              <a:buNone/>
              <a:defRPr sz="1600">
                <a:solidFill>
                  <a:schemeClr val="lt1"/>
                </a:solidFill>
              </a:defRPr>
            </a:lvl4pPr>
            <a:lvl5pPr lvl="4" algn="ctr" rtl="0">
              <a:spcBef>
                <a:spcPts val="0"/>
              </a:spcBef>
              <a:spcAft>
                <a:spcPts val="0"/>
              </a:spcAft>
              <a:buNone/>
              <a:defRPr sz="1600">
                <a:solidFill>
                  <a:schemeClr val="lt1"/>
                </a:solidFill>
              </a:defRPr>
            </a:lvl5pPr>
            <a:lvl6pPr lvl="5" algn="ctr" rtl="0">
              <a:spcBef>
                <a:spcPts val="0"/>
              </a:spcBef>
              <a:spcAft>
                <a:spcPts val="0"/>
              </a:spcAft>
              <a:buNone/>
              <a:defRPr sz="1600">
                <a:solidFill>
                  <a:schemeClr val="lt1"/>
                </a:solidFill>
              </a:defRPr>
            </a:lvl6pPr>
            <a:lvl7pPr lvl="6" algn="ctr" rtl="0">
              <a:spcBef>
                <a:spcPts val="0"/>
              </a:spcBef>
              <a:spcAft>
                <a:spcPts val="0"/>
              </a:spcAft>
              <a:buNone/>
              <a:defRPr sz="1600">
                <a:solidFill>
                  <a:schemeClr val="lt1"/>
                </a:solidFill>
              </a:defRPr>
            </a:lvl7pPr>
            <a:lvl8pPr lvl="7" algn="ctr" rtl="0">
              <a:spcBef>
                <a:spcPts val="0"/>
              </a:spcBef>
              <a:spcAft>
                <a:spcPts val="0"/>
              </a:spcAft>
              <a:buNone/>
              <a:defRPr sz="1600">
                <a:solidFill>
                  <a:schemeClr val="lt1"/>
                </a:solidFill>
              </a:defRPr>
            </a:lvl8pPr>
            <a:lvl9pPr lvl="8" algn="ctr" rtl="0">
              <a:spcBef>
                <a:spcPts val="0"/>
              </a:spcBef>
              <a:spcAft>
                <a:spcPts val="0"/>
              </a:spcAft>
              <a:buNone/>
              <a:defRPr sz="1600">
                <a:solidFill>
                  <a:schemeClr val="lt1"/>
                </a:solidFill>
              </a:defRPr>
            </a:lvl9pPr>
          </a:lstStyle>
          <a:p/>
        </p:txBody>
      </p:sp>
      <p:sp>
        <p:nvSpPr>
          <p:cNvPr id="163" name="Google Shape;163;p22"/>
          <p:cNvSpPr txBox="1"/>
          <p:nvPr>
            <p:ph type="title" idx="5" hasCustomPrompt="1"/>
          </p:nvPr>
        </p:nvSpPr>
        <p:spPr>
          <a:xfrm>
            <a:off x="4660700" y="1425525"/>
            <a:ext cx="655200" cy="6126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dk1"/>
              </a:buClr>
              <a:buSzPts val="3000"/>
              <a:buNone/>
              <a:defRPr>
                <a:solidFill>
                  <a:schemeClr val="dk1"/>
                </a:solidFill>
              </a:defRPr>
            </a:lvl1pPr>
            <a:lvl2pPr lvl="1" rtl="0">
              <a:spcBef>
                <a:spcPts val="0"/>
              </a:spcBef>
              <a:spcAft>
                <a:spcPts val="0"/>
              </a:spcAft>
              <a:buClr>
                <a:schemeClr val="dk1"/>
              </a:buClr>
              <a:buSzPts val="3000"/>
              <a:buNone/>
              <a:defRPr>
                <a:solidFill>
                  <a:schemeClr val="dk1"/>
                </a:solidFill>
              </a:defRPr>
            </a:lvl2pPr>
            <a:lvl3pPr lvl="2" rtl="0">
              <a:spcBef>
                <a:spcPts val="0"/>
              </a:spcBef>
              <a:spcAft>
                <a:spcPts val="0"/>
              </a:spcAft>
              <a:buClr>
                <a:schemeClr val="dk1"/>
              </a:buClr>
              <a:buSzPts val="3000"/>
              <a:buNone/>
              <a:defRPr>
                <a:solidFill>
                  <a:schemeClr val="dk1"/>
                </a:solidFill>
              </a:defRPr>
            </a:lvl3pPr>
            <a:lvl4pPr lvl="3" rtl="0">
              <a:spcBef>
                <a:spcPts val="0"/>
              </a:spcBef>
              <a:spcAft>
                <a:spcPts val="0"/>
              </a:spcAft>
              <a:buClr>
                <a:schemeClr val="dk1"/>
              </a:buClr>
              <a:buSzPts val="3000"/>
              <a:buNone/>
              <a:defRPr>
                <a:solidFill>
                  <a:schemeClr val="dk1"/>
                </a:solidFill>
              </a:defRPr>
            </a:lvl4pPr>
            <a:lvl5pPr lvl="4" rtl="0">
              <a:spcBef>
                <a:spcPts val="0"/>
              </a:spcBef>
              <a:spcAft>
                <a:spcPts val="0"/>
              </a:spcAft>
              <a:buClr>
                <a:schemeClr val="dk1"/>
              </a:buClr>
              <a:buSzPts val="3000"/>
              <a:buNone/>
              <a:defRPr>
                <a:solidFill>
                  <a:schemeClr val="dk1"/>
                </a:solidFill>
              </a:defRPr>
            </a:lvl5pPr>
            <a:lvl6pPr lvl="5" rtl="0">
              <a:spcBef>
                <a:spcPts val="0"/>
              </a:spcBef>
              <a:spcAft>
                <a:spcPts val="0"/>
              </a:spcAft>
              <a:buClr>
                <a:schemeClr val="dk1"/>
              </a:buClr>
              <a:buSzPts val="3000"/>
              <a:buNone/>
              <a:defRPr>
                <a:solidFill>
                  <a:schemeClr val="dk1"/>
                </a:solidFill>
              </a:defRPr>
            </a:lvl6pPr>
            <a:lvl7pPr lvl="6" rtl="0">
              <a:spcBef>
                <a:spcPts val="0"/>
              </a:spcBef>
              <a:spcAft>
                <a:spcPts val="0"/>
              </a:spcAft>
              <a:buClr>
                <a:schemeClr val="dk1"/>
              </a:buClr>
              <a:buSzPts val="3000"/>
              <a:buNone/>
              <a:defRPr>
                <a:solidFill>
                  <a:schemeClr val="dk1"/>
                </a:solidFill>
              </a:defRPr>
            </a:lvl7pPr>
            <a:lvl8pPr lvl="7" rtl="0">
              <a:spcBef>
                <a:spcPts val="0"/>
              </a:spcBef>
              <a:spcAft>
                <a:spcPts val="0"/>
              </a:spcAft>
              <a:buClr>
                <a:schemeClr val="dk1"/>
              </a:buClr>
              <a:buSzPts val="3000"/>
              <a:buNone/>
              <a:defRPr>
                <a:solidFill>
                  <a:schemeClr val="dk1"/>
                </a:solidFill>
              </a:defRPr>
            </a:lvl8pPr>
            <a:lvl9pPr lvl="8" rtl="0">
              <a:spcBef>
                <a:spcPts val="0"/>
              </a:spcBef>
              <a:spcAft>
                <a:spcPts val="0"/>
              </a:spcAft>
              <a:buClr>
                <a:schemeClr val="dk1"/>
              </a:buClr>
              <a:buSzPts val="3000"/>
              <a:buNone/>
              <a:defRPr>
                <a:solidFill>
                  <a:schemeClr val="dk1"/>
                </a:solidFill>
              </a:defRPr>
            </a:lvl9pPr>
          </a:lstStyle>
          <a:p>
            <a:r>
              <a:t>xx%</a:t>
            </a:r>
          </a:p>
        </p:txBody>
      </p:sp>
      <p:sp>
        <p:nvSpPr>
          <p:cNvPr id="164" name="Google Shape;164;p22"/>
          <p:cNvSpPr txBox="1"/>
          <p:nvPr>
            <p:ph type="title" idx="6" hasCustomPrompt="1"/>
          </p:nvPr>
        </p:nvSpPr>
        <p:spPr>
          <a:xfrm>
            <a:off x="7078000" y="1425525"/>
            <a:ext cx="655200" cy="6126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dk1"/>
              </a:buClr>
              <a:buSzPts val="3000"/>
              <a:buNone/>
              <a:defRPr>
                <a:solidFill>
                  <a:schemeClr val="dk1"/>
                </a:solidFill>
              </a:defRPr>
            </a:lvl1pPr>
            <a:lvl2pPr lvl="1" rtl="0">
              <a:spcBef>
                <a:spcPts val="0"/>
              </a:spcBef>
              <a:spcAft>
                <a:spcPts val="0"/>
              </a:spcAft>
              <a:buClr>
                <a:schemeClr val="dk1"/>
              </a:buClr>
              <a:buSzPts val="3000"/>
              <a:buNone/>
              <a:defRPr>
                <a:solidFill>
                  <a:schemeClr val="dk1"/>
                </a:solidFill>
              </a:defRPr>
            </a:lvl2pPr>
            <a:lvl3pPr lvl="2" rtl="0">
              <a:spcBef>
                <a:spcPts val="0"/>
              </a:spcBef>
              <a:spcAft>
                <a:spcPts val="0"/>
              </a:spcAft>
              <a:buClr>
                <a:schemeClr val="dk1"/>
              </a:buClr>
              <a:buSzPts val="3000"/>
              <a:buNone/>
              <a:defRPr>
                <a:solidFill>
                  <a:schemeClr val="dk1"/>
                </a:solidFill>
              </a:defRPr>
            </a:lvl3pPr>
            <a:lvl4pPr lvl="3" rtl="0">
              <a:spcBef>
                <a:spcPts val="0"/>
              </a:spcBef>
              <a:spcAft>
                <a:spcPts val="0"/>
              </a:spcAft>
              <a:buClr>
                <a:schemeClr val="dk1"/>
              </a:buClr>
              <a:buSzPts val="3000"/>
              <a:buNone/>
              <a:defRPr>
                <a:solidFill>
                  <a:schemeClr val="dk1"/>
                </a:solidFill>
              </a:defRPr>
            </a:lvl4pPr>
            <a:lvl5pPr lvl="4" rtl="0">
              <a:spcBef>
                <a:spcPts val="0"/>
              </a:spcBef>
              <a:spcAft>
                <a:spcPts val="0"/>
              </a:spcAft>
              <a:buClr>
                <a:schemeClr val="dk1"/>
              </a:buClr>
              <a:buSzPts val="3000"/>
              <a:buNone/>
              <a:defRPr>
                <a:solidFill>
                  <a:schemeClr val="dk1"/>
                </a:solidFill>
              </a:defRPr>
            </a:lvl5pPr>
            <a:lvl6pPr lvl="5" rtl="0">
              <a:spcBef>
                <a:spcPts val="0"/>
              </a:spcBef>
              <a:spcAft>
                <a:spcPts val="0"/>
              </a:spcAft>
              <a:buClr>
                <a:schemeClr val="dk1"/>
              </a:buClr>
              <a:buSzPts val="3000"/>
              <a:buNone/>
              <a:defRPr>
                <a:solidFill>
                  <a:schemeClr val="dk1"/>
                </a:solidFill>
              </a:defRPr>
            </a:lvl6pPr>
            <a:lvl7pPr lvl="6" rtl="0">
              <a:spcBef>
                <a:spcPts val="0"/>
              </a:spcBef>
              <a:spcAft>
                <a:spcPts val="0"/>
              </a:spcAft>
              <a:buClr>
                <a:schemeClr val="dk1"/>
              </a:buClr>
              <a:buSzPts val="3000"/>
              <a:buNone/>
              <a:defRPr>
                <a:solidFill>
                  <a:schemeClr val="dk1"/>
                </a:solidFill>
              </a:defRPr>
            </a:lvl7pPr>
            <a:lvl8pPr lvl="7" rtl="0">
              <a:spcBef>
                <a:spcPts val="0"/>
              </a:spcBef>
              <a:spcAft>
                <a:spcPts val="0"/>
              </a:spcAft>
              <a:buClr>
                <a:schemeClr val="dk1"/>
              </a:buClr>
              <a:buSzPts val="3000"/>
              <a:buNone/>
              <a:defRPr>
                <a:solidFill>
                  <a:schemeClr val="dk1"/>
                </a:solidFill>
              </a:defRPr>
            </a:lvl8pPr>
            <a:lvl9pPr lvl="8" rtl="0">
              <a:spcBef>
                <a:spcPts val="0"/>
              </a:spcBef>
              <a:spcAft>
                <a:spcPts val="0"/>
              </a:spcAft>
              <a:buClr>
                <a:schemeClr val="dk1"/>
              </a:buClr>
              <a:buSzPts val="3000"/>
              <a:buNone/>
              <a:defRPr>
                <a:solidFill>
                  <a:schemeClr val="dk1"/>
                </a:solidFill>
              </a:defRPr>
            </a:lvl9pPr>
          </a:lstStyle>
          <a:p>
            <a:r>
              <a:t>xx%</a:t>
            </a:r>
          </a:p>
        </p:txBody>
      </p:sp>
      <p:sp>
        <p:nvSpPr>
          <p:cNvPr id="165" name="Google Shape;165;p22"/>
          <p:cNvSpPr txBox="1"/>
          <p:nvPr>
            <p:ph type="title" idx="7" hasCustomPrompt="1"/>
          </p:nvPr>
        </p:nvSpPr>
        <p:spPr>
          <a:xfrm>
            <a:off x="4660700" y="3187625"/>
            <a:ext cx="655200" cy="6126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dk1"/>
              </a:buClr>
              <a:buSzPts val="3000"/>
              <a:buNone/>
              <a:defRPr>
                <a:solidFill>
                  <a:schemeClr val="dk1"/>
                </a:solidFill>
              </a:defRPr>
            </a:lvl1pPr>
            <a:lvl2pPr lvl="1" rtl="0">
              <a:spcBef>
                <a:spcPts val="0"/>
              </a:spcBef>
              <a:spcAft>
                <a:spcPts val="0"/>
              </a:spcAft>
              <a:buClr>
                <a:schemeClr val="dk1"/>
              </a:buClr>
              <a:buSzPts val="3000"/>
              <a:buNone/>
              <a:defRPr>
                <a:solidFill>
                  <a:schemeClr val="dk1"/>
                </a:solidFill>
              </a:defRPr>
            </a:lvl2pPr>
            <a:lvl3pPr lvl="2" rtl="0">
              <a:spcBef>
                <a:spcPts val="0"/>
              </a:spcBef>
              <a:spcAft>
                <a:spcPts val="0"/>
              </a:spcAft>
              <a:buClr>
                <a:schemeClr val="dk1"/>
              </a:buClr>
              <a:buSzPts val="3000"/>
              <a:buNone/>
              <a:defRPr>
                <a:solidFill>
                  <a:schemeClr val="dk1"/>
                </a:solidFill>
              </a:defRPr>
            </a:lvl3pPr>
            <a:lvl4pPr lvl="3" rtl="0">
              <a:spcBef>
                <a:spcPts val="0"/>
              </a:spcBef>
              <a:spcAft>
                <a:spcPts val="0"/>
              </a:spcAft>
              <a:buClr>
                <a:schemeClr val="dk1"/>
              </a:buClr>
              <a:buSzPts val="3000"/>
              <a:buNone/>
              <a:defRPr>
                <a:solidFill>
                  <a:schemeClr val="dk1"/>
                </a:solidFill>
              </a:defRPr>
            </a:lvl4pPr>
            <a:lvl5pPr lvl="4" rtl="0">
              <a:spcBef>
                <a:spcPts val="0"/>
              </a:spcBef>
              <a:spcAft>
                <a:spcPts val="0"/>
              </a:spcAft>
              <a:buClr>
                <a:schemeClr val="dk1"/>
              </a:buClr>
              <a:buSzPts val="3000"/>
              <a:buNone/>
              <a:defRPr>
                <a:solidFill>
                  <a:schemeClr val="dk1"/>
                </a:solidFill>
              </a:defRPr>
            </a:lvl5pPr>
            <a:lvl6pPr lvl="5" rtl="0">
              <a:spcBef>
                <a:spcPts val="0"/>
              </a:spcBef>
              <a:spcAft>
                <a:spcPts val="0"/>
              </a:spcAft>
              <a:buClr>
                <a:schemeClr val="dk1"/>
              </a:buClr>
              <a:buSzPts val="3000"/>
              <a:buNone/>
              <a:defRPr>
                <a:solidFill>
                  <a:schemeClr val="dk1"/>
                </a:solidFill>
              </a:defRPr>
            </a:lvl6pPr>
            <a:lvl7pPr lvl="6" rtl="0">
              <a:spcBef>
                <a:spcPts val="0"/>
              </a:spcBef>
              <a:spcAft>
                <a:spcPts val="0"/>
              </a:spcAft>
              <a:buClr>
                <a:schemeClr val="dk1"/>
              </a:buClr>
              <a:buSzPts val="3000"/>
              <a:buNone/>
              <a:defRPr>
                <a:solidFill>
                  <a:schemeClr val="dk1"/>
                </a:solidFill>
              </a:defRPr>
            </a:lvl7pPr>
            <a:lvl8pPr lvl="7" rtl="0">
              <a:spcBef>
                <a:spcPts val="0"/>
              </a:spcBef>
              <a:spcAft>
                <a:spcPts val="0"/>
              </a:spcAft>
              <a:buClr>
                <a:schemeClr val="dk1"/>
              </a:buClr>
              <a:buSzPts val="3000"/>
              <a:buNone/>
              <a:defRPr>
                <a:solidFill>
                  <a:schemeClr val="dk1"/>
                </a:solidFill>
              </a:defRPr>
            </a:lvl8pPr>
            <a:lvl9pPr lvl="8" rtl="0">
              <a:spcBef>
                <a:spcPts val="0"/>
              </a:spcBef>
              <a:spcAft>
                <a:spcPts val="0"/>
              </a:spcAft>
              <a:buClr>
                <a:schemeClr val="dk1"/>
              </a:buClr>
              <a:buSzPts val="3000"/>
              <a:buNone/>
              <a:defRPr>
                <a:solidFill>
                  <a:schemeClr val="dk1"/>
                </a:solidFill>
              </a:defRPr>
            </a:lvl9pPr>
          </a:lstStyle>
          <a:p>
            <a:r>
              <a:t>xx%</a:t>
            </a:r>
          </a:p>
        </p:txBody>
      </p:sp>
      <p:sp>
        <p:nvSpPr>
          <p:cNvPr id="166" name="Google Shape;166;p22"/>
          <p:cNvSpPr txBox="1"/>
          <p:nvPr>
            <p:ph type="title" idx="8" hasCustomPrompt="1"/>
          </p:nvPr>
        </p:nvSpPr>
        <p:spPr>
          <a:xfrm>
            <a:off x="7078000" y="3187625"/>
            <a:ext cx="655200" cy="6126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dk1"/>
              </a:buClr>
              <a:buSzPts val="3000"/>
              <a:buNone/>
              <a:defRPr>
                <a:solidFill>
                  <a:schemeClr val="dk1"/>
                </a:solidFill>
              </a:defRPr>
            </a:lvl1pPr>
            <a:lvl2pPr lvl="1" rtl="0">
              <a:spcBef>
                <a:spcPts val="0"/>
              </a:spcBef>
              <a:spcAft>
                <a:spcPts val="0"/>
              </a:spcAft>
              <a:buClr>
                <a:schemeClr val="dk1"/>
              </a:buClr>
              <a:buSzPts val="3000"/>
              <a:buNone/>
              <a:defRPr>
                <a:solidFill>
                  <a:schemeClr val="dk1"/>
                </a:solidFill>
              </a:defRPr>
            </a:lvl2pPr>
            <a:lvl3pPr lvl="2" rtl="0">
              <a:spcBef>
                <a:spcPts val="0"/>
              </a:spcBef>
              <a:spcAft>
                <a:spcPts val="0"/>
              </a:spcAft>
              <a:buClr>
                <a:schemeClr val="dk1"/>
              </a:buClr>
              <a:buSzPts val="3000"/>
              <a:buNone/>
              <a:defRPr>
                <a:solidFill>
                  <a:schemeClr val="dk1"/>
                </a:solidFill>
              </a:defRPr>
            </a:lvl3pPr>
            <a:lvl4pPr lvl="3" rtl="0">
              <a:spcBef>
                <a:spcPts val="0"/>
              </a:spcBef>
              <a:spcAft>
                <a:spcPts val="0"/>
              </a:spcAft>
              <a:buClr>
                <a:schemeClr val="dk1"/>
              </a:buClr>
              <a:buSzPts val="3000"/>
              <a:buNone/>
              <a:defRPr>
                <a:solidFill>
                  <a:schemeClr val="dk1"/>
                </a:solidFill>
              </a:defRPr>
            </a:lvl4pPr>
            <a:lvl5pPr lvl="4" rtl="0">
              <a:spcBef>
                <a:spcPts val="0"/>
              </a:spcBef>
              <a:spcAft>
                <a:spcPts val="0"/>
              </a:spcAft>
              <a:buClr>
                <a:schemeClr val="dk1"/>
              </a:buClr>
              <a:buSzPts val="3000"/>
              <a:buNone/>
              <a:defRPr>
                <a:solidFill>
                  <a:schemeClr val="dk1"/>
                </a:solidFill>
              </a:defRPr>
            </a:lvl5pPr>
            <a:lvl6pPr lvl="5" rtl="0">
              <a:spcBef>
                <a:spcPts val="0"/>
              </a:spcBef>
              <a:spcAft>
                <a:spcPts val="0"/>
              </a:spcAft>
              <a:buClr>
                <a:schemeClr val="dk1"/>
              </a:buClr>
              <a:buSzPts val="3000"/>
              <a:buNone/>
              <a:defRPr>
                <a:solidFill>
                  <a:schemeClr val="dk1"/>
                </a:solidFill>
              </a:defRPr>
            </a:lvl6pPr>
            <a:lvl7pPr lvl="6" rtl="0">
              <a:spcBef>
                <a:spcPts val="0"/>
              </a:spcBef>
              <a:spcAft>
                <a:spcPts val="0"/>
              </a:spcAft>
              <a:buClr>
                <a:schemeClr val="dk1"/>
              </a:buClr>
              <a:buSzPts val="3000"/>
              <a:buNone/>
              <a:defRPr>
                <a:solidFill>
                  <a:schemeClr val="dk1"/>
                </a:solidFill>
              </a:defRPr>
            </a:lvl7pPr>
            <a:lvl8pPr lvl="7" rtl="0">
              <a:spcBef>
                <a:spcPts val="0"/>
              </a:spcBef>
              <a:spcAft>
                <a:spcPts val="0"/>
              </a:spcAft>
              <a:buClr>
                <a:schemeClr val="dk1"/>
              </a:buClr>
              <a:buSzPts val="3000"/>
              <a:buNone/>
              <a:defRPr>
                <a:solidFill>
                  <a:schemeClr val="dk1"/>
                </a:solidFill>
              </a:defRPr>
            </a:lvl8pPr>
            <a:lvl9pPr lvl="8" rtl="0">
              <a:spcBef>
                <a:spcPts val="0"/>
              </a:spcBef>
              <a:spcAft>
                <a:spcPts val="0"/>
              </a:spcAft>
              <a:buClr>
                <a:schemeClr val="dk1"/>
              </a:buClr>
              <a:buSzPts val="3000"/>
              <a:buNone/>
              <a:defRPr>
                <a:solidFill>
                  <a:schemeClr val="dk1"/>
                </a:solidFill>
              </a:defRPr>
            </a:lvl9pPr>
          </a:lstStyle>
          <a:p>
            <a:r>
              <a:t>xx%</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Quote">
  <p:cSld name="SECTION_HEADER_1">
    <p:spTree>
      <p:nvGrpSpPr>
        <p:cNvPr id="167" name="Shape 167"/>
        <p:cNvGrpSpPr/>
        <p:nvPr/>
      </p:nvGrpSpPr>
      <p:grpSpPr>
        <a:xfrm>
          <a:off x="0" y="0"/>
          <a:ext cx="0" cy="0"/>
          <a:chOff x="0" y="0"/>
          <a:chExt cx="0" cy="0"/>
        </a:xfrm>
      </p:grpSpPr>
      <p:pic>
        <p:nvPicPr>
          <p:cNvPr id="168" name="Google Shape;168;p23"/>
          <p:cNvPicPr preferRelativeResize="0"/>
          <p:nvPr/>
        </p:nvPicPr>
        <p:blipFill>
          <a:blip r:embed="rId2"/>
          <a:stretch>
            <a:fillRect/>
          </a:stretch>
        </p:blipFill>
        <p:spPr>
          <a:xfrm>
            <a:off x="0" y="19"/>
            <a:ext cx="9144000" cy="5143480"/>
          </a:xfrm>
          <a:prstGeom prst="rect">
            <a:avLst/>
          </a:prstGeom>
          <a:noFill/>
          <a:ln>
            <a:noFill/>
          </a:ln>
        </p:spPr>
      </p:pic>
      <p:sp>
        <p:nvSpPr>
          <p:cNvPr id="169" name="Google Shape;169;p23"/>
          <p:cNvSpPr txBox="1"/>
          <p:nvPr>
            <p:ph type="subTitle" idx="1"/>
          </p:nvPr>
        </p:nvSpPr>
        <p:spPr>
          <a:xfrm>
            <a:off x="2116197" y="1895170"/>
            <a:ext cx="4911600" cy="973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2"/>
              </a:buClr>
              <a:buSzPts val="2000"/>
              <a:buNone/>
              <a:defRPr sz="2000">
                <a:solidFill>
                  <a:schemeClr val="dk2"/>
                </a:solidFill>
              </a:defRPr>
            </a:lvl1pPr>
            <a:lvl2pPr lvl="1" algn="ctr" rtl="0">
              <a:lnSpc>
                <a:spcPct val="100000"/>
              </a:lnSpc>
              <a:spcBef>
                <a:spcPts val="0"/>
              </a:spcBef>
              <a:spcAft>
                <a:spcPts val="0"/>
              </a:spcAft>
              <a:buClr>
                <a:srgbClr val="FF87D7"/>
              </a:buClr>
              <a:buSzPts val="1900"/>
              <a:buFont typeface="Oswald Regular"/>
              <a:buNone/>
              <a:defRPr sz="1900">
                <a:solidFill>
                  <a:srgbClr val="FF87D7"/>
                </a:solidFill>
                <a:latin typeface="Oswald Regular"/>
                <a:ea typeface="Oswald Regular"/>
                <a:cs typeface="Oswald Regular"/>
                <a:sym typeface="Oswald Regular"/>
              </a:defRPr>
            </a:lvl2pPr>
            <a:lvl3pPr lvl="2" algn="ctr" rtl="0">
              <a:lnSpc>
                <a:spcPct val="100000"/>
              </a:lnSpc>
              <a:spcBef>
                <a:spcPts val="0"/>
              </a:spcBef>
              <a:spcAft>
                <a:spcPts val="0"/>
              </a:spcAft>
              <a:buClr>
                <a:srgbClr val="FF87D7"/>
              </a:buClr>
              <a:buSzPts val="1900"/>
              <a:buFont typeface="Oswald Regular"/>
              <a:buNone/>
              <a:defRPr sz="1900">
                <a:solidFill>
                  <a:srgbClr val="FF87D7"/>
                </a:solidFill>
                <a:latin typeface="Oswald Regular"/>
                <a:ea typeface="Oswald Regular"/>
                <a:cs typeface="Oswald Regular"/>
                <a:sym typeface="Oswald Regular"/>
              </a:defRPr>
            </a:lvl3pPr>
            <a:lvl4pPr lvl="3" algn="ctr" rtl="0">
              <a:lnSpc>
                <a:spcPct val="100000"/>
              </a:lnSpc>
              <a:spcBef>
                <a:spcPts val="0"/>
              </a:spcBef>
              <a:spcAft>
                <a:spcPts val="0"/>
              </a:spcAft>
              <a:buClr>
                <a:srgbClr val="FF87D7"/>
              </a:buClr>
              <a:buSzPts val="1900"/>
              <a:buFont typeface="Oswald Regular"/>
              <a:buNone/>
              <a:defRPr sz="1900">
                <a:solidFill>
                  <a:srgbClr val="FF87D7"/>
                </a:solidFill>
                <a:latin typeface="Oswald Regular"/>
                <a:ea typeface="Oswald Regular"/>
                <a:cs typeface="Oswald Regular"/>
                <a:sym typeface="Oswald Regular"/>
              </a:defRPr>
            </a:lvl4pPr>
            <a:lvl5pPr lvl="4" algn="ctr" rtl="0">
              <a:lnSpc>
                <a:spcPct val="100000"/>
              </a:lnSpc>
              <a:spcBef>
                <a:spcPts val="0"/>
              </a:spcBef>
              <a:spcAft>
                <a:spcPts val="0"/>
              </a:spcAft>
              <a:buClr>
                <a:srgbClr val="FF87D7"/>
              </a:buClr>
              <a:buSzPts val="1900"/>
              <a:buFont typeface="Oswald Regular"/>
              <a:buNone/>
              <a:defRPr sz="1900">
                <a:solidFill>
                  <a:srgbClr val="FF87D7"/>
                </a:solidFill>
                <a:latin typeface="Oswald Regular"/>
                <a:ea typeface="Oswald Regular"/>
                <a:cs typeface="Oswald Regular"/>
                <a:sym typeface="Oswald Regular"/>
              </a:defRPr>
            </a:lvl5pPr>
            <a:lvl6pPr lvl="5" algn="ctr" rtl="0">
              <a:lnSpc>
                <a:spcPct val="100000"/>
              </a:lnSpc>
              <a:spcBef>
                <a:spcPts val="0"/>
              </a:spcBef>
              <a:spcAft>
                <a:spcPts val="0"/>
              </a:spcAft>
              <a:buClr>
                <a:srgbClr val="FF87D7"/>
              </a:buClr>
              <a:buSzPts val="1900"/>
              <a:buFont typeface="Oswald Regular"/>
              <a:buNone/>
              <a:defRPr sz="1900">
                <a:solidFill>
                  <a:srgbClr val="FF87D7"/>
                </a:solidFill>
                <a:latin typeface="Oswald Regular"/>
                <a:ea typeface="Oswald Regular"/>
                <a:cs typeface="Oswald Regular"/>
                <a:sym typeface="Oswald Regular"/>
              </a:defRPr>
            </a:lvl6pPr>
            <a:lvl7pPr lvl="6" algn="ctr" rtl="0">
              <a:lnSpc>
                <a:spcPct val="100000"/>
              </a:lnSpc>
              <a:spcBef>
                <a:spcPts val="0"/>
              </a:spcBef>
              <a:spcAft>
                <a:spcPts val="0"/>
              </a:spcAft>
              <a:buClr>
                <a:srgbClr val="FF87D7"/>
              </a:buClr>
              <a:buSzPts val="1900"/>
              <a:buFont typeface="Oswald Regular"/>
              <a:buNone/>
              <a:defRPr sz="1900">
                <a:solidFill>
                  <a:srgbClr val="FF87D7"/>
                </a:solidFill>
                <a:latin typeface="Oswald Regular"/>
                <a:ea typeface="Oswald Regular"/>
                <a:cs typeface="Oswald Regular"/>
                <a:sym typeface="Oswald Regular"/>
              </a:defRPr>
            </a:lvl7pPr>
            <a:lvl8pPr lvl="7" algn="ctr" rtl="0">
              <a:lnSpc>
                <a:spcPct val="100000"/>
              </a:lnSpc>
              <a:spcBef>
                <a:spcPts val="0"/>
              </a:spcBef>
              <a:spcAft>
                <a:spcPts val="0"/>
              </a:spcAft>
              <a:buClr>
                <a:srgbClr val="FF87D7"/>
              </a:buClr>
              <a:buSzPts val="1900"/>
              <a:buFont typeface="Oswald Regular"/>
              <a:buNone/>
              <a:defRPr sz="1900">
                <a:solidFill>
                  <a:srgbClr val="FF87D7"/>
                </a:solidFill>
                <a:latin typeface="Oswald Regular"/>
                <a:ea typeface="Oswald Regular"/>
                <a:cs typeface="Oswald Regular"/>
                <a:sym typeface="Oswald Regular"/>
              </a:defRPr>
            </a:lvl8pPr>
            <a:lvl9pPr lvl="8" algn="ctr" rtl="0">
              <a:lnSpc>
                <a:spcPct val="100000"/>
              </a:lnSpc>
              <a:spcBef>
                <a:spcPts val="0"/>
              </a:spcBef>
              <a:spcAft>
                <a:spcPts val="0"/>
              </a:spcAft>
              <a:buClr>
                <a:srgbClr val="FF87D7"/>
              </a:buClr>
              <a:buSzPts val="1900"/>
              <a:buFont typeface="Oswald Regular"/>
              <a:buNone/>
              <a:defRPr sz="1900">
                <a:solidFill>
                  <a:srgbClr val="FF87D7"/>
                </a:solidFill>
                <a:latin typeface="Oswald Regular"/>
                <a:ea typeface="Oswald Regular"/>
                <a:cs typeface="Oswald Regular"/>
                <a:sym typeface="Oswald Regular"/>
              </a:defRPr>
            </a:lvl9pPr>
          </a:lstStyle>
          <a:p/>
        </p:txBody>
      </p:sp>
      <p:sp>
        <p:nvSpPr>
          <p:cNvPr id="170" name="Google Shape;170;p23"/>
          <p:cNvSpPr txBox="1"/>
          <p:nvPr>
            <p:ph type="title"/>
          </p:nvPr>
        </p:nvSpPr>
        <p:spPr>
          <a:xfrm>
            <a:off x="3442050" y="2988830"/>
            <a:ext cx="2259900" cy="421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sz="1600">
                <a:solidFill>
                  <a:srgbClr val="FFFFFF"/>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p:txBody>
      </p:sp>
      <p:pic>
        <p:nvPicPr>
          <p:cNvPr id="171" name="Google Shape;171;p23"/>
          <p:cNvPicPr preferRelativeResize="0"/>
          <p:nvPr/>
        </p:nvPicPr>
        <p:blipFill rotWithShape="1">
          <a:blip r:embed="rId3"/>
          <a:srcRect l="27028" t="30941" r="26176" b="29940"/>
          <a:stretch>
            <a:fillRect/>
          </a:stretch>
        </p:blipFill>
        <p:spPr>
          <a:xfrm>
            <a:off x="7722075" y="614975"/>
            <a:ext cx="1070400" cy="894774"/>
          </a:xfrm>
          <a:prstGeom prst="rect">
            <a:avLst/>
          </a:prstGeom>
          <a:noFill/>
          <a:ln>
            <a:noFill/>
          </a:ln>
        </p:spPr>
      </p:pic>
      <p:pic>
        <p:nvPicPr>
          <p:cNvPr id="172" name="Google Shape;172;p23"/>
          <p:cNvPicPr preferRelativeResize="0"/>
          <p:nvPr/>
        </p:nvPicPr>
        <p:blipFill rotWithShape="1">
          <a:blip r:embed="rId4"/>
          <a:srcRect l="27630" t="22638" r="24836" b="28017"/>
          <a:stretch>
            <a:fillRect/>
          </a:stretch>
        </p:blipFill>
        <p:spPr>
          <a:xfrm>
            <a:off x="1396300" y="3776475"/>
            <a:ext cx="548700" cy="569607"/>
          </a:xfrm>
          <a:prstGeom prst="rect">
            <a:avLst/>
          </a:prstGeom>
          <a:noFill/>
          <a:ln>
            <a:noFill/>
          </a:ln>
        </p:spPr>
      </p:pic>
      <p:pic>
        <p:nvPicPr>
          <p:cNvPr id="173" name="Google Shape;173;p23"/>
          <p:cNvPicPr preferRelativeResize="0"/>
          <p:nvPr/>
        </p:nvPicPr>
        <p:blipFill rotWithShape="1">
          <a:blip r:embed="rId5"/>
          <a:srcRect l="9414" t="16223" r="43250" b="19927"/>
          <a:stretch>
            <a:fillRect/>
          </a:stretch>
        </p:blipFill>
        <p:spPr>
          <a:xfrm rot="9" flipH="1">
            <a:off x="0" y="339025"/>
            <a:ext cx="1204350" cy="1624473"/>
          </a:xfrm>
          <a:prstGeom prst="rect">
            <a:avLst/>
          </a:prstGeom>
          <a:noFill/>
          <a:ln>
            <a:noFill/>
          </a:ln>
        </p:spPr>
      </p:pic>
      <p:pic>
        <p:nvPicPr>
          <p:cNvPr id="174" name="Google Shape;174;p23"/>
          <p:cNvPicPr preferRelativeResize="0"/>
          <p:nvPr/>
        </p:nvPicPr>
        <p:blipFill rotWithShape="1">
          <a:blip r:embed="rId6"/>
          <a:srcRect l="39564" t="39700" r="40237" b="40526"/>
          <a:stretch>
            <a:fillRect/>
          </a:stretch>
        </p:blipFill>
        <p:spPr>
          <a:xfrm rot="1419893">
            <a:off x="1120050" y="324254"/>
            <a:ext cx="454948" cy="445341"/>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hree columns 2">
  <p:cSld name="TITLE_AND_TWO_COLUMNS_1_1">
    <p:spTree>
      <p:nvGrpSpPr>
        <p:cNvPr id="175" name="Shape 175"/>
        <p:cNvGrpSpPr/>
        <p:nvPr/>
      </p:nvGrpSpPr>
      <p:grpSpPr>
        <a:xfrm>
          <a:off x="0" y="0"/>
          <a:ext cx="0" cy="0"/>
          <a:chOff x="0" y="0"/>
          <a:chExt cx="0" cy="0"/>
        </a:xfrm>
      </p:grpSpPr>
      <p:pic>
        <p:nvPicPr>
          <p:cNvPr id="176" name="Google Shape;176;p24"/>
          <p:cNvPicPr preferRelativeResize="0"/>
          <p:nvPr/>
        </p:nvPicPr>
        <p:blipFill>
          <a:blip r:embed="rId2"/>
          <a:stretch>
            <a:fillRect/>
          </a:stretch>
        </p:blipFill>
        <p:spPr>
          <a:xfrm>
            <a:off x="0" y="0"/>
            <a:ext cx="9144000" cy="5143507"/>
          </a:xfrm>
          <a:prstGeom prst="rect">
            <a:avLst/>
          </a:prstGeom>
          <a:noFill/>
          <a:ln>
            <a:noFill/>
          </a:ln>
        </p:spPr>
      </p:pic>
      <p:sp>
        <p:nvSpPr>
          <p:cNvPr id="177" name="Google Shape;177;p24"/>
          <p:cNvSpPr txBox="1"/>
          <p:nvPr>
            <p:ph type="subTitle" idx="1"/>
          </p:nvPr>
        </p:nvSpPr>
        <p:spPr>
          <a:xfrm>
            <a:off x="1009459" y="2076750"/>
            <a:ext cx="2003100" cy="458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1pPr>
            <a:lvl2pPr lvl="1"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2pPr>
            <a:lvl3pPr lvl="2"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3pPr>
            <a:lvl4pPr lvl="3"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4pPr>
            <a:lvl5pPr lvl="4"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5pPr>
            <a:lvl6pPr lvl="5"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6pPr>
            <a:lvl7pPr lvl="6"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7pPr>
            <a:lvl8pPr lvl="7"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8pPr>
            <a:lvl9pPr lvl="8"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9pPr>
          </a:lstStyle>
          <a:p/>
        </p:txBody>
      </p:sp>
      <p:sp>
        <p:nvSpPr>
          <p:cNvPr id="178" name="Google Shape;178;p24"/>
          <p:cNvSpPr txBox="1"/>
          <p:nvPr>
            <p:ph type="subTitle" idx="2"/>
          </p:nvPr>
        </p:nvSpPr>
        <p:spPr>
          <a:xfrm>
            <a:off x="3570450" y="2076750"/>
            <a:ext cx="2003100" cy="458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1pPr>
            <a:lvl2pPr lvl="1"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2pPr>
            <a:lvl3pPr lvl="2"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3pPr>
            <a:lvl4pPr lvl="3"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4pPr>
            <a:lvl5pPr lvl="4"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5pPr>
            <a:lvl6pPr lvl="5"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6pPr>
            <a:lvl7pPr lvl="6"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7pPr>
            <a:lvl8pPr lvl="7"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8pPr>
            <a:lvl9pPr lvl="8"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9pPr>
          </a:lstStyle>
          <a:p/>
        </p:txBody>
      </p:sp>
      <p:sp>
        <p:nvSpPr>
          <p:cNvPr id="179" name="Google Shape;179;p24"/>
          <p:cNvSpPr txBox="1"/>
          <p:nvPr>
            <p:ph type="title"/>
          </p:nvPr>
        </p:nvSpPr>
        <p:spPr>
          <a:xfrm>
            <a:off x="720000" y="445806"/>
            <a:ext cx="77040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2pPr>
            <a:lvl3pPr lvl="2"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3pPr>
            <a:lvl4pPr lvl="3"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4pPr>
            <a:lvl5pPr lvl="4"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5pPr>
            <a:lvl6pPr lvl="5"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6pPr>
            <a:lvl7pPr lvl="6"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7pPr>
            <a:lvl8pPr lvl="7"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8pPr>
            <a:lvl9pPr lvl="8"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9pPr>
          </a:lstStyle>
          <a:p/>
        </p:txBody>
      </p:sp>
      <p:sp>
        <p:nvSpPr>
          <p:cNvPr id="180" name="Google Shape;180;p24"/>
          <p:cNvSpPr txBox="1"/>
          <p:nvPr>
            <p:ph type="subTitle" idx="3"/>
          </p:nvPr>
        </p:nvSpPr>
        <p:spPr>
          <a:xfrm>
            <a:off x="1009459" y="2494700"/>
            <a:ext cx="2003100" cy="119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600"/>
              <a:buNone/>
              <a:defRPr sz="1600">
                <a:solidFill>
                  <a:srgbClr val="FFFFFF"/>
                </a:solidFill>
              </a:defRPr>
            </a:lvl1pPr>
            <a:lvl2pPr lvl="1" algn="ctr" rtl="0">
              <a:lnSpc>
                <a:spcPct val="100000"/>
              </a:lnSpc>
              <a:spcBef>
                <a:spcPts val="0"/>
              </a:spcBef>
              <a:spcAft>
                <a:spcPts val="0"/>
              </a:spcAft>
              <a:buClr>
                <a:srgbClr val="FFFFFF"/>
              </a:buClr>
              <a:buSzPts val="1600"/>
              <a:buNone/>
              <a:defRPr sz="1600">
                <a:solidFill>
                  <a:srgbClr val="FFFFFF"/>
                </a:solidFill>
              </a:defRPr>
            </a:lvl2pPr>
            <a:lvl3pPr lvl="2" algn="ctr" rtl="0">
              <a:lnSpc>
                <a:spcPct val="100000"/>
              </a:lnSpc>
              <a:spcBef>
                <a:spcPts val="0"/>
              </a:spcBef>
              <a:spcAft>
                <a:spcPts val="0"/>
              </a:spcAft>
              <a:buClr>
                <a:srgbClr val="FFFFFF"/>
              </a:buClr>
              <a:buSzPts val="1600"/>
              <a:buNone/>
              <a:defRPr sz="1600">
                <a:solidFill>
                  <a:srgbClr val="FFFFFF"/>
                </a:solidFill>
              </a:defRPr>
            </a:lvl3pPr>
            <a:lvl4pPr lvl="3" algn="ctr" rtl="0">
              <a:lnSpc>
                <a:spcPct val="100000"/>
              </a:lnSpc>
              <a:spcBef>
                <a:spcPts val="0"/>
              </a:spcBef>
              <a:spcAft>
                <a:spcPts val="0"/>
              </a:spcAft>
              <a:buClr>
                <a:srgbClr val="FFFFFF"/>
              </a:buClr>
              <a:buSzPts val="1600"/>
              <a:buNone/>
              <a:defRPr sz="1600">
                <a:solidFill>
                  <a:srgbClr val="FFFFFF"/>
                </a:solidFill>
              </a:defRPr>
            </a:lvl4pPr>
            <a:lvl5pPr lvl="4" algn="ctr" rtl="0">
              <a:lnSpc>
                <a:spcPct val="100000"/>
              </a:lnSpc>
              <a:spcBef>
                <a:spcPts val="0"/>
              </a:spcBef>
              <a:spcAft>
                <a:spcPts val="0"/>
              </a:spcAft>
              <a:buClr>
                <a:srgbClr val="FFFFFF"/>
              </a:buClr>
              <a:buSzPts val="1600"/>
              <a:buNone/>
              <a:defRPr sz="1600">
                <a:solidFill>
                  <a:srgbClr val="FFFFFF"/>
                </a:solidFill>
              </a:defRPr>
            </a:lvl5pPr>
            <a:lvl6pPr lvl="5" algn="ctr" rtl="0">
              <a:lnSpc>
                <a:spcPct val="100000"/>
              </a:lnSpc>
              <a:spcBef>
                <a:spcPts val="0"/>
              </a:spcBef>
              <a:spcAft>
                <a:spcPts val="0"/>
              </a:spcAft>
              <a:buClr>
                <a:srgbClr val="FFFFFF"/>
              </a:buClr>
              <a:buSzPts val="1600"/>
              <a:buNone/>
              <a:defRPr sz="1600">
                <a:solidFill>
                  <a:srgbClr val="FFFFFF"/>
                </a:solidFill>
              </a:defRPr>
            </a:lvl6pPr>
            <a:lvl7pPr lvl="6" algn="ctr" rtl="0">
              <a:lnSpc>
                <a:spcPct val="100000"/>
              </a:lnSpc>
              <a:spcBef>
                <a:spcPts val="0"/>
              </a:spcBef>
              <a:spcAft>
                <a:spcPts val="0"/>
              </a:spcAft>
              <a:buClr>
                <a:srgbClr val="FFFFFF"/>
              </a:buClr>
              <a:buSzPts val="1600"/>
              <a:buNone/>
              <a:defRPr sz="1600">
                <a:solidFill>
                  <a:srgbClr val="FFFFFF"/>
                </a:solidFill>
              </a:defRPr>
            </a:lvl7pPr>
            <a:lvl8pPr lvl="7" algn="ctr" rtl="0">
              <a:lnSpc>
                <a:spcPct val="100000"/>
              </a:lnSpc>
              <a:spcBef>
                <a:spcPts val="0"/>
              </a:spcBef>
              <a:spcAft>
                <a:spcPts val="0"/>
              </a:spcAft>
              <a:buClr>
                <a:srgbClr val="FFFFFF"/>
              </a:buClr>
              <a:buSzPts val="1600"/>
              <a:buNone/>
              <a:defRPr sz="1600">
                <a:solidFill>
                  <a:srgbClr val="FFFFFF"/>
                </a:solidFill>
              </a:defRPr>
            </a:lvl8pPr>
            <a:lvl9pPr lvl="8" algn="ctr" rtl="0">
              <a:lnSpc>
                <a:spcPct val="100000"/>
              </a:lnSpc>
              <a:spcBef>
                <a:spcPts val="0"/>
              </a:spcBef>
              <a:spcAft>
                <a:spcPts val="0"/>
              </a:spcAft>
              <a:buClr>
                <a:srgbClr val="FFFFFF"/>
              </a:buClr>
              <a:buSzPts val="1600"/>
              <a:buNone/>
              <a:defRPr sz="1600">
                <a:solidFill>
                  <a:srgbClr val="FFFFFF"/>
                </a:solidFill>
              </a:defRPr>
            </a:lvl9pPr>
          </a:lstStyle>
          <a:p/>
        </p:txBody>
      </p:sp>
      <p:sp>
        <p:nvSpPr>
          <p:cNvPr id="181" name="Google Shape;181;p24"/>
          <p:cNvSpPr txBox="1"/>
          <p:nvPr>
            <p:ph type="subTitle" idx="4"/>
          </p:nvPr>
        </p:nvSpPr>
        <p:spPr>
          <a:xfrm>
            <a:off x="3570450" y="2494700"/>
            <a:ext cx="2003100" cy="119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600"/>
              <a:buNone/>
              <a:defRPr sz="1600">
                <a:solidFill>
                  <a:srgbClr val="FFFFFF"/>
                </a:solidFill>
              </a:defRPr>
            </a:lvl1pPr>
            <a:lvl2pPr lvl="1" algn="ctr" rtl="0">
              <a:lnSpc>
                <a:spcPct val="100000"/>
              </a:lnSpc>
              <a:spcBef>
                <a:spcPts val="0"/>
              </a:spcBef>
              <a:spcAft>
                <a:spcPts val="0"/>
              </a:spcAft>
              <a:buClr>
                <a:srgbClr val="FFFFFF"/>
              </a:buClr>
              <a:buSzPts val="1600"/>
              <a:buNone/>
              <a:defRPr sz="1600">
                <a:solidFill>
                  <a:srgbClr val="FFFFFF"/>
                </a:solidFill>
              </a:defRPr>
            </a:lvl2pPr>
            <a:lvl3pPr lvl="2" algn="ctr" rtl="0">
              <a:lnSpc>
                <a:spcPct val="100000"/>
              </a:lnSpc>
              <a:spcBef>
                <a:spcPts val="0"/>
              </a:spcBef>
              <a:spcAft>
                <a:spcPts val="0"/>
              </a:spcAft>
              <a:buClr>
                <a:srgbClr val="FFFFFF"/>
              </a:buClr>
              <a:buSzPts val="1600"/>
              <a:buNone/>
              <a:defRPr sz="1600">
                <a:solidFill>
                  <a:srgbClr val="FFFFFF"/>
                </a:solidFill>
              </a:defRPr>
            </a:lvl3pPr>
            <a:lvl4pPr lvl="3" algn="ctr" rtl="0">
              <a:lnSpc>
                <a:spcPct val="100000"/>
              </a:lnSpc>
              <a:spcBef>
                <a:spcPts val="0"/>
              </a:spcBef>
              <a:spcAft>
                <a:spcPts val="0"/>
              </a:spcAft>
              <a:buClr>
                <a:srgbClr val="FFFFFF"/>
              </a:buClr>
              <a:buSzPts val="1600"/>
              <a:buNone/>
              <a:defRPr sz="1600">
                <a:solidFill>
                  <a:srgbClr val="FFFFFF"/>
                </a:solidFill>
              </a:defRPr>
            </a:lvl4pPr>
            <a:lvl5pPr lvl="4" algn="ctr" rtl="0">
              <a:lnSpc>
                <a:spcPct val="100000"/>
              </a:lnSpc>
              <a:spcBef>
                <a:spcPts val="0"/>
              </a:spcBef>
              <a:spcAft>
                <a:spcPts val="0"/>
              </a:spcAft>
              <a:buClr>
                <a:srgbClr val="FFFFFF"/>
              </a:buClr>
              <a:buSzPts val="1600"/>
              <a:buNone/>
              <a:defRPr sz="1600">
                <a:solidFill>
                  <a:srgbClr val="FFFFFF"/>
                </a:solidFill>
              </a:defRPr>
            </a:lvl5pPr>
            <a:lvl6pPr lvl="5" algn="ctr" rtl="0">
              <a:lnSpc>
                <a:spcPct val="100000"/>
              </a:lnSpc>
              <a:spcBef>
                <a:spcPts val="0"/>
              </a:spcBef>
              <a:spcAft>
                <a:spcPts val="0"/>
              </a:spcAft>
              <a:buClr>
                <a:srgbClr val="FFFFFF"/>
              </a:buClr>
              <a:buSzPts val="1600"/>
              <a:buNone/>
              <a:defRPr sz="1600">
                <a:solidFill>
                  <a:srgbClr val="FFFFFF"/>
                </a:solidFill>
              </a:defRPr>
            </a:lvl6pPr>
            <a:lvl7pPr lvl="6" algn="ctr" rtl="0">
              <a:lnSpc>
                <a:spcPct val="100000"/>
              </a:lnSpc>
              <a:spcBef>
                <a:spcPts val="0"/>
              </a:spcBef>
              <a:spcAft>
                <a:spcPts val="0"/>
              </a:spcAft>
              <a:buClr>
                <a:srgbClr val="FFFFFF"/>
              </a:buClr>
              <a:buSzPts val="1600"/>
              <a:buNone/>
              <a:defRPr sz="1600">
                <a:solidFill>
                  <a:srgbClr val="FFFFFF"/>
                </a:solidFill>
              </a:defRPr>
            </a:lvl7pPr>
            <a:lvl8pPr lvl="7" algn="ctr" rtl="0">
              <a:lnSpc>
                <a:spcPct val="100000"/>
              </a:lnSpc>
              <a:spcBef>
                <a:spcPts val="0"/>
              </a:spcBef>
              <a:spcAft>
                <a:spcPts val="0"/>
              </a:spcAft>
              <a:buClr>
                <a:srgbClr val="FFFFFF"/>
              </a:buClr>
              <a:buSzPts val="1600"/>
              <a:buNone/>
              <a:defRPr sz="1600">
                <a:solidFill>
                  <a:srgbClr val="FFFFFF"/>
                </a:solidFill>
              </a:defRPr>
            </a:lvl8pPr>
            <a:lvl9pPr lvl="8" algn="ctr" rtl="0">
              <a:lnSpc>
                <a:spcPct val="100000"/>
              </a:lnSpc>
              <a:spcBef>
                <a:spcPts val="0"/>
              </a:spcBef>
              <a:spcAft>
                <a:spcPts val="0"/>
              </a:spcAft>
              <a:buClr>
                <a:srgbClr val="FFFFFF"/>
              </a:buClr>
              <a:buSzPts val="1600"/>
              <a:buNone/>
              <a:defRPr sz="1600">
                <a:solidFill>
                  <a:srgbClr val="FFFFFF"/>
                </a:solidFill>
              </a:defRPr>
            </a:lvl9pPr>
          </a:lstStyle>
          <a:p/>
        </p:txBody>
      </p:sp>
      <p:sp>
        <p:nvSpPr>
          <p:cNvPr id="182" name="Google Shape;182;p24"/>
          <p:cNvSpPr txBox="1"/>
          <p:nvPr>
            <p:ph type="subTitle" idx="5"/>
          </p:nvPr>
        </p:nvSpPr>
        <p:spPr>
          <a:xfrm>
            <a:off x="6131441" y="2076750"/>
            <a:ext cx="2003100" cy="458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1pPr>
            <a:lvl2pPr lvl="1"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2pPr>
            <a:lvl3pPr lvl="2"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3pPr>
            <a:lvl4pPr lvl="3"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4pPr>
            <a:lvl5pPr lvl="4"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5pPr>
            <a:lvl6pPr lvl="5"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6pPr>
            <a:lvl7pPr lvl="6"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7pPr>
            <a:lvl8pPr lvl="7"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8pPr>
            <a:lvl9pPr lvl="8"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9pPr>
          </a:lstStyle>
          <a:p/>
        </p:txBody>
      </p:sp>
      <p:sp>
        <p:nvSpPr>
          <p:cNvPr id="183" name="Google Shape;183;p24"/>
          <p:cNvSpPr txBox="1"/>
          <p:nvPr>
            <p:ph type="subTitle" idx="6"/>
          </p:nvPr>
        </p:nvSpPr>
        <p:spPr>
          <a:xfrm>
            <a:off x="6131441" y="2494700"/>
            <a:ext cx="2003100" cy="119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600"/>
              <a:buNone/>
              <a:defRPr sz="1600">
                <a:solidFill>
                  <a:srgbClr val="FFFFFF"/>
                </a:solidFill>
              </a:defRPr>
            </a:lvl1pPr>
            <a:lvl2pPr lvl="1" algn="ctr" rtl="0">
              <a:lnSpc>
                <a:spcPct val="100000"/>
              </a:lnSpc>
              <a:spcBef>
                <a:spcPts val="0"/>
              </a:spcBef>
              <a:spcAft>
                <a:spcPts val="0"/>
              </a:spcAft>
              <a:buClr>
                <a:srgbClr val="FFFFFF"/>
              </a:buClr>
              <a:buSzPts val="1600"/>
              <a:buNone/>
              <a:defRPr sz="1600">
                <a:solidFill>
                  <a:srgbClr val="FFFFFF"/>
                </a:solidFill>
              </a:defRPr>
            </a:lvl2pPr>
            <a:lvl3pPr lvl="2" algn="ctr" rtl="0">
              <a:lnSpc>
                <a:spcPct val="100000"/>
              </a:lnSpc>
              <a:spcBef>
                <a:spcPts val="0"/>
              </a:spcBef>
              <a:spcAft>
                <a:spcPts val="0"/>
              </a:spcAft>
              <a:buClr>
                <a:srgbClr val="FFFFFF"/>
              </a:buClr>
              <a:buSzPts val="1600"/>
              <a:buNone/>
              <a:defRPr sz="1600">
                <a:solidFill>
                  <a:srgbClr val="FFFFFF"/>
                </a:solidFill>
              </a:defRPr>
            </a:lvl3pPr>
            <a:lvl4pPr lvl="3" algn="ctr" rtl="0">
              <a:lnSpc>
                <a:spcPct val="100000"/>
              </a:lnSpc>
              <a:spcBef>
                <a:spcPts val="0"/>
              </a:spcBef>
              <a:spcAft>
                <a:spcPts val="0"/>
              </a:spcAft>
              <a:buClr>
                <a:srgbClr val="FFFFFF"/>
              </a:buClr>
              <a:buSzPts val="1600"/>
              <a:buNone/>
              <a:defRPr sz="1600">
                <a:solidFill>
                  <a:srgbClr val="FFFFFF"/>
                </a:solidFill>
              </a:defRPr>
            </a:lvl4pPr>
            <a:lvl5pPr lvl="4" algn="ctr" rtl="0">
              <a:lnSpc>
                <a:spcPct val="100000"/>
              </a:lnSpc>
              <a:spcBef>
                <a:spcPts val="0"/>
              </a:spcBef>
              <a:spcAft>
                <a:spcPts val="0"/>
              </a:spcAft>
              <a:buClr>
                <a:srgbClr val="FFFFFF"/>
              </a:buClr>
              <a:buSzPts val="1600"/>
              <a:buNone/>
              <a:defRPr sz="1600">
                <a:solidFill>
                  <a:srgbClr val="FFFFFF"/>
                </a:solidFill>
              </a:defRPr>
            </a:lvl5pPr>
            <a:lvl6pPr lvl="5" algn="ctr" rtl="0">
              <a:lnSpc>
                <a:spcPct val="100000"/>
              </a:lnSpc>
              <a:spcBef>
                <a:spcPts val="0"/>
              </a:spcBef>
              <a:spcAft>
                <a:spcPts val="0"/>
              </a:spcAft>
              <a:buClr>
                <a:srgbClr val="FFFFFF"/>
              </a:buClr>
              <a:buSzPts val="1600"/>
              <a:buNone/>
              <a:defRPr sz="1600">
                <a:solidFill>
                  <a:srgbClr val="FFFFFF"/>
                </a:solidFill>
              </a:defRPr>
            </a:lvl6pPr>
            <a:lvl7pPr lvl="6" algn="ctr" rtl="0">
              <a:lnSpc>
                <a:spcPct val="100000"/>
              </a:lnSpc>
              <a:spcBef>
                <a:spcPts val="0"/>
              </a:spcBef>
              <a:spcAft>
                <a:spcPts val="0"/>
              </a:spcAft>
              <a:buClr>
                <a:srgbClr val="FFFFFF"/>
              </a:buClr>
              <a:buSzPts val="1600"/>
              <a:buNone/>
              <a:defRPr sz="1600">
                <a:solidFill>
                  <a:srgbClr val="FFFFFF"/>
                </a:solidFill>
              </a:defRPr>
            </a:lvl7pPr>
            <a:lvl8pPr lvl="7" algn="ctr" rtl="0">
              <a:lnSpc>
                <a:spcPct val="100000"/>
              </a:lnSpc>
              <a:spcBef>
                <a:spcPts val="0"/>
              </a:spcBef>
              <a:spcAft>
                <a:spcPts val="0"/>
              </a:spcAft>
              <a:buClr>
                <a:srgbClr val="FFFFFF"/>
              </a:buClr>
              <a:buSzPts val="1600"/>
              <a:buNone/>
              <a:defRPr sz="1600">
                <a:solidFill>
                  <a:srgbClr val="FFFFFF"/>
                </a:solidFill>
              </a:defRPr>
            </a:lvl8pPr>
            <a:lvl9pPr lvl="8" algn="ctr" rtl="0">
              <a:lnSpc>
                <a:spcPct val="100000"/>
              </a:lnSpc>
              <a:spcBef>
                <a:spcPts val="0"/>
              </a:spcBef>
              <a:spcAft>
                <a:spcPts val="0"/>
              </a:spcAft>
              <a:buClr>
                <a:srgbClr val="FFFFFF"/>
              </a:buClr>
              <a:buSzPts val="1600"/>
              <a:buNone/>
              <a:defRPr sz="1600">
                <a:solidFill>
                  <a:srgbClr val="FFFFFF"/>
                </a:solidFill>
              </a:defRPr>
            </a:lvl9pPr>
          </a:lstStyle>
          <a:p/>
        </p:txBody>
      </p:sp>
      <p:pic>
        <p:nvPicPr>
          <p:cNvPr id="184" name="Google Shape;184;p24"/>
          <p:cNvPicPr preferRelativeResize="0"/>
          <p:nvPr/>
        </p:nvPicPr>
        <p:blipFill rotWithShape="1">
          <a:blip r:embed="rId3"/>
          <a:srcRect l="8259" t="11017" r="7288" b="12418"/>
          <a:stretch>
            <a:fillRect/>
          </a:stretch>
        </p:blipFill>
        <p:spPr>
          <a:xfrm>
            <a:off x="5862250" y="4127925"/>
            <a:ext cx="1442526" cy="1307799"/>
          </a:xfrm>
          <a:prstGeom prst="rect">
            <a:avLst/>
          </a:prstGeom>
          <a:noFill/>
          <a:ln>
            <a:noFill/>
          </a:ln>
        </p:spPr>
      </p:pic>
      <p:pic>
        <p:nvPicPr>
          <p:cNvPr id="185" name="Google Shape;185;p24"/>
          <p:cNvPicPr preferRelativeResize="0"/>
          <p:nvPr/>
        </p:nvPicPr>
        <p:blipFill rotWithShape="1">
          <a:blip r:embed="rId4"/>
          <a:srcRect l="28010" t="23219" r="22379" b="27978"/>
          <a:stretch>
            <a:fillRect/>
          </a:stretch>
        </p:blipFill>
        <p:spPr>
          <a:xfrm>
            <a:off x="8226175" y="189400"/>
            <a:ext cx="725499" cy="713625"/>
          </a:xfrm>
          <a:prstGeom prst="rect">
            <a:avLst/>
          </a:prstGeom>
          <a:noFill/>
          <a:ln>
            <a:noFill/>
          </a:ln>
        </p:spPr>
      </p:pic>
      <p:pic>
        <p:nvPicPr>
          <p:cNvPr id="186" name="Google Shape;186;p24"/>
          <p:cNvPicPr preferRelativeResize="0"/>
          <p:nvPr/>
        </p:nvPicPr>
        <p:blipFill rotWithShape="1">
          <a:blip r:embed="rId5"/>
          <a:srcRect l="25521" t="15361" r="20154" b="22645"/>
          <a:stretch>
            <a:fillRect/>
          </a:stretch>
        </p:blipFill>
        <p:spPr>
          <a:xfrm>
            <a:off x="541650" y="3939375"/>
            <a:ext cx="356700" cy="407049"/>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Awesome words">
  <p:cSld name="MAIN_POINT_1">
    <p:spTree>
      <p:nvGrpSpPr>
        <p:cNvPr id="187" name="Shape 187"/>
        <p:cNvGrpSpPr/>
        <p:nvPr/>
      </p:nvGrpSpPr>
      <p:grpSpPr>
        <a:xfrm>
          <a:off x="0" y="0"/>
          <a:ext cx="0" cy="0"/>
          <a:chOff x="0" y="0"/>
          <a:chExt cx="0" cy="0"/>
        </a:xfrm>
      </p:grpSpPr>
      <p:pic>
        <p:nvPicPr>
          <p:cNvPr id="188" name="Google Shape;188;p25"/>
          <p:cNvPicPr preferRelativeResize="0"/>
          <p:nvPr/>
        </p:nvPicPr>
        <p:blipFill>
          <a:blip r:embed="rId2"/>
          <a:stretch>
            <a:fillRect/>
          </a:stretch>
        </p:blipFill>
        <p:spPr>
          <a:xfrm>
            <a:off x="0" y="0"/>
            <a:ext cx="9144000" cy="5143493"/>
          </a:xfrm>
          <a:prstGeom prst="rect">
            <a:avLst/>
          </a:prstGeom>
          <a:noFill/>
          <a:ln>
            <a:noFill/>
          </a:ln>
        </p:spPr>
      </p:pic>
      <p:pic>
        <p:nvPicPr>
          <p:cNvPr id="189" name="Google Shape;189;p25"/>
          <p:cNvPicPr preferRelativeResize="0"/>
          <p:nvPr/>
        </p:nvPicPr>
        <p:blipFill rotWithShape="1">
          <a:blip r:embed="rId3"/>
          <a:srcRect t="41584" r="33230" b="39605"/>
          <a:stretch>
            <a:fillRect/>
          </a:stretch>
        </p:blipFill>
        <p:spPr>
          <a:xfrm>
            <a:off x="0" y="284500"/>
            <a:ext cx="5577204" cy="883798"/>
          </a:xfrm>
          <a:prstGeom prst="rect">
            <a:avLst/>
          </a:prstGeom>
          <a:noFill/>
          <a:ln>
            <a:noFill/>
          </a:ln>
        </p:spPr>
      </p:pic>
      <p:pic>
        <p:nvPicPr>
          <p:cNvPr id="190" name="Google Shape;190;p25"/>
          <p:cNvPicPr preferRelativeResize="0"/>
          <p:nvPr/>
        </p:nvPicPr>
        <p:blipFill rotWithShape="1">
          <a:blip r:embed="rId4"/>
          <a:srcRect l="59399" t="30955" b="38788"/>
          <a:stretch>
            <a:fillRect/>
          </a:stretch>
        </p:blipFill>
        <p:spPr>
          <a:xfrm>
            <a:off x="5693825" y="3543099"/>
            <a:ext cx="3450180" cy="1446174"/>
          </a:xfrm>
          <a:prstGeom prst="rect">
            <a:avLst/>
          </a:prstGeom>
          <a:noFill/>
          <a:ln>
            <a:noFill/>
          </a:ln>
        </p:spPr>
      </p:pic>
      <p:sp>
        <p:nvSpPr>
          <p:cNvPr id="191" name="Google Shape;191;p25"/>
          <p:cNvSpPr txBox="1"/>
          <p:nvPr>
            <p:ph type="title"/>
          </p:nvPr>
        </p:nvSpPr>
        <p:spPr>
          <a:xfrm>
            <a:off x="1891200" y="1291025"/>
            <a:ext cx="5361600" cy="2317200"/>
          </a:xfrm>
          <a:prstGeom prst="rect">
            <a:avLst/>
          </a:prstGeom>
        </p:spPr>
        <p:txBody>
          <a:bodyPr spcFirstLastPara="1" wrap="square" lIns="91425" tIns="91425" rIns="91425" bIns="91425" anchor="ctr" anchorCtr="0">
            <a:noAutofit/>
          </a:bodyPr>
          <a:lstStyle>
            <a:lvl1pPr lvl="0" algn="ctr" rtl="0">
              <a:lnSpc>
                <a:spcPct val="90000"/>
              </a:lnSpc>
              <a:spcBef>
                <a:spcPts val="0"/>
              </a:spcBef>
              <a:spcAft>
                <a:spcPts val="0"/>
              </a:spcAft>
              <a:buSzPts val="7800"/>
              <a:buFont typeface="Oswald Regular"/>
              <a:buNone/>
              <a:defRPr sz="7800">
                <a:latin typeface="Oswald Regular"/>
                <a:ea typeface="Oswald Regular"/>
                <a:cs typeface="Oswald Regular"/>
                <a:sym typeface="Oswald Regular"/>
              </a:defRPr>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p:txBody>
      </p:sp>
      <p:sp>
        <p:nvSpPr>
          <p:cNvPr id="192" name="Google Shape;192;p25"/>
          <p:cNvSpPr txBox="1"/>
          <p:nvPr>
            <p:ph type="subTitle" idx="1"/>
          </p:nvPr>
        </p:nvSpPr>
        <p:spPr>
          <a:xfrm>
            <a:off x="2494500" y="3456800"/>
            <a:ext cx="4155000" cy="708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800"/>
              <a:buNone/>
              <a:defRPr>
                <a:solidFill>
                  <a:srgbClr val="FFFFFF"/>
                </a:solidFill>
              </a:defRPr>
            </a:lvl1pPr>
            <a:lvl2pPr lvl="1" algn="ctr" rtl="0">
              <a:lnSpc>
                <a:spcPct val="100000"/>
              </a:lnSpc>
              <a:spcBef>
                <a:spcPts val="0"/>
              </a:spcBef>
              <a:spcAft>
                <a:spcPts val="0"/>
              </a:spcAft>
              <a:buClr>
                <a:srgbClr val="FFFFFF"/>
              </a:buClr>
              <a:buSzPts val="1800"/>
              <a:buNone/>
              <a:defRPr sz="1800">
                <a:solidFill>
                  <a:srgbClr val="FFFFFF"/>
                </a:solidFill>
              </a:defRPr>
            </a:lvl2pPr>
            <a:lvl3pPr lvl="2" algn="ctr" rtl="0">
              <a:lnSpc>
                <a:spcPct val="100000"/>
              </a:lnSpc>
              <a:spcBef>
                <a:spcPts val="0"/>
              </a:spcBef>
              <a:spcAft>
                <a:spcPts val="0"/>
              </a:spcAft>
              <a:buClr>
                <a:srgbClr val="FFFFFF"/>
              </a:buClr>
              <a:buSzPts val="1800"/>
              <a:buNone/>
              <a:defRPr sz="1800">
                <a:solidFill>
                  <a:srgbClr val="FFFFFF"/>
                </a:solidFill>
              </a:defRPr>
            </a:lvl3pPr>
            <a:lvl4pPr lvl="3" algn="ctr" rtl="0">
              <a:lnSpc>
                <a:spcPct val="100000"/>
              </a:lnSpc>
              <a:spcBef>
                <a:spcPts val="0"/>
              </a:spcBef>
              <a:spcAft>
                <a:spcPts val="0"/>
              </a:spcAft>
              <a:buClr>
                <a:srgbClr val="FFFFFF"/>
              </a:buClr>
              <a:buSzPts val="1800"/>
              <a:buNone/>
              <a:defRPr sz="1800">
                <a:solidFill>
                  <a:srgbClr val="FFFFFF"/>
                </a:solidFill>
              </a:defRPr>
            </a:lvl4pPr>
            <a:lvl5pPr lvl="4" algn="ctr" rtl="0">
              <a:lnSpc>
                <a:spcPct val="100000"/>
              </a:lnSpc>
              <a:spcBef>
                <a:spcPts val="0"/>
              </a:spcBef>
              <a:spcAft>
                <a:spcPts val="0"/>
              </a:spcAft>
              <a:buClr>
                <a:srgbClr val="FFFFFF"/>
              </a:buClr>
              <a:buSzPts val="1800"/>
              <a:buNone/>
              <a:defRPr sz="1800">
                <a:solidFill>
                  <a:srgbClr val="FFFFFF"/>
                </a:solidFill>
              </a:defRPr>
            </a:lvl5pPr>
            <a:lvl6pPr lvl="5" algn="ctr" rtl="0">
              <a:lnSpc>
                <a:spcPct val="100000"/>
              </a:lnSpc>
              <a:spcBef>
                <a:spcPts val="0"/>
              </a:spcBef>
              <a:spcAft>
                <a:spcPts val="0"/>
              </a:spcAft>
              <a:buClr>
                <a:srgbClr val="FFFFFF"/>
              </a:buClr>
              <a:buSzPts val="1800"/>
              <a:buNone/>
              <a:defRPr sz="1800">
                <a:solidFill>
                  <a:srgbClr val="FFFFFF"/>
                </a:solidFill>
              </a:defRPr>
            </a:lvl6pPr>
            <a:lvl7pPr lvl="6" algn="ctr" rtl="0">
              <a:lnSpc>
                <a:spcPct val="100000"/>
              </a:lnSpc>
              <a:spcBef>
                <a:spcPts val="0"/>
              </a:spcBef>
              <a:spcAft>
                <a:spcPts val="0"/>
              </a:spcAft>
              <a:buClr>
                <a:srgbClr val="FFFFFF"/>
              </a:buClr>
              <a:buSzPts val="1800"/>
              <a:buNone/>
              <a:defRPr sz="1800">
                <a:solidFill>
                  <a:srgbClr val="FFFFFF"/>
                </a:solidFill>
              </a:defRPr>
            </a:lvl7pPr>
            <a:lvl8pPr lvl="7" algn="ctr" rtl="0">
              <a:lnSpc>
                <a:spcPct val="100000"/>
              </a:lnSpc>
              <a:spcBef>
                <a:spcPts val="0"/>
              </a:spcBef>
              <a:spcAft>
                <a:spcPts val="0"/>
              </a:spcAft>
              <a:buClr>
                <a:srgbClr val="FFFFFF"/>
              </a:buClr>
              <a:buSzPts val="1800"/>
              <a:buNone/>
              <a:defRPr sz="1800">
                <a:solidFill>
                  <a:srgbClr val="FFFFFF"/>
                </a:solidFill>
              </a:defRPr>
            </a:lvl8pPr>
            <a:lvl9pPr lvl="8" algn="ctr" rtl="0">
              <a:lnSpc>
                <a:spcPct val="100000"/>
              </a:lnSpc>
              <a:spcBef>
                <a:spcPts val="0"/>
              </a:spcBef>
              <a:spcAft>
                <a:spcPts val="0"/>
              </a:spcAft>
              <a:buClr>
                <a:srgbClr val="FFFFFF"/>
              </a:buClr>
              <a:buSzPts val="1800"/>
              <a:buNone/>
              <a:defRPr sz="1800">
                <a:solidFill>
                  <a:srgbClr val="FFFFFF"/>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mall numbers">
  <p:cSld name="BIG_NUMBER_1_1">
    <p:spTree>
      <p:nvGrpSpPr>
        <p:cNvPr id="193" name="Shape 193"/>
        <p:cNvGrpSpPr/>
        <p:nvPr/>
      </p:nvGrpSpPr>
      <p:grpSpPr>
        <a:xfrm>
          <a:off x="0" y="0"/>
          <a:ext cx="0" cy="0"/>
          <a:chOff x="0" y="0"/>
          <a:chExt cx="0" cy="0"/>
        </a:xfrm>
      </p:grpSpPr>
      <p:pic>
        <p:nvPicPr>
          <p:cNvPr id="194" name="Google Shape;194;p26"/>
          <p:cNvPicPr preferRelativeResize="0"/>
          <p:nvPr/>
        </p:nvPicPr>
        <p:blipFill>
          <a:blip r:embed="rId2"/>
          <a:stretch>
            <a:fillRect/>
          </a:stretch>
        </p:blipFill>
        <p:spPr>
          <a:xfrm>
            <a:off x="0" y="0"/>
            <a:ext cx="9144000" cy="5143507"/>
          </a:xfrm>
          <a:prstGeom prst="rect">
            <a:avLst/>
          </a:prstGeom>
          <a:noFill/>
          <a:ln>
            <a:noFill/>
          </a:ln>
        </p:spPr>
      </p:pic>
      <p:sp>
        <p:nvSpPr>
          <p:cNvPr id="195" name="Google Shape;195;p26"/>
          <p:cNvSpPr txBox="1"/>
          <p:nvPr>
            <p:ph type="title" hasCustomPrompt="1"/>
          </p:nvPr>
        </p:nvSpPr>
        <p:spPr>
          <a:xfrm>
            <a:off x="2978400" y="725125"/>
            <a:ext cx="3187200" cy="8472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87D7"/>
              </a:buClr>
              <a:buSzPts val="4200"/>
              <a:buFont typeface="Oswald Regular"/>
              <a:buNone/>
              <a:defRPr sz="4200">
                <a:solidFill>
                  <a:srgbClr val="FF87D7"/>
                </a:solidFill>
                <a:latin typeface="Oswald Regular"/>
                <a:ea typeface="Oswald Regular"/>
                <a:cs typeface="Oswald Regular"/>
                <a:sym typeface="Oswald Regular"/>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96" name="Google Shape;196;p26"/>
          <p:cNvSpPr txBox="1"/>
          <p:nvPr>
            <p:ph type="subTitle" idx="1"/>
          </p:nvPr>
        </p:nvSpPr>
        <p:spPr>
          <a:xfrm>
            <a:off x="2978400" y="1358025"/>
            <a:ext cx="3187200" cy="363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600"/>
              <a:buNone/>
              <a:defRPr sz="1600">
                <a:solidFill>
                  <a:srgbClr val="FFFFFF"/>
                </a:solidFill>
              </a:defRPr>
            </a:lvl1pPr>
            <a:lvl2pPr lvl="1" rtl="0">
              <a:lnSpc>
                <a:spcPct val="100000"/>
              </a:lnSpc>
              <a:spcBef>
                <a:spcPts val="0"/>
              </a:spcBef>
              <a:spcAft>
                <a:spcPts val="0"/>
              </a:spcAft>
              <a:buClr>
                <a:srgbClr val="FF87D7"/>
              </a:buClr>
              <a:buSzPts val="1900"/>
              <a:buNone/>
              <a:defRPr sz="1900">
                <a:solidFill>
                  <a:srgbClr val="FF87D7"/>
                </a:solidFill>
              </a:defRPr>
            </a:lvl2pPr>
            <a:lvl3pPr lvl="2" rtl="0">
              <a:lnSpc>
                <a:spcPct val="100000"/>
              </a:lnSpc>
              <a:spcBef>
                <a:spcPts val="0"/>
              </a:spcBef>
              <a:spcAft>
                <a:spcPts val="0"/>
              </a:spcAft>
              <a:buClr>
                <a:srgbClr val="FF87D7"/>
              </a:buClr>
              <a:buSzPts val="1900"/>
              <a:buNone/>
              <a:defRPr sz="1900">
                <a:solidFill>
                  <a:srgbClr val="FF87D7"/>
                </a:solidFill>
              </a:defRPr>
            </a:lvl3pPr>
            <a:lvl4pPr lvl="3" rtl="0">
              <a:lnSpc>
                <a:spcPct val="100000"/>
              </a:lnSpc>
              <a:spcBef>
                <a:spcPts val="0"/>
              </a:spcBef>
              <a:spcAft>
                <a:spcPts val="0"/>
              </a:spcAft>
              <a:buClr>
                <a:srgbClr val="FF87D7"/>
              </a:buClr>
              <a:buSzPts val="1900"/>
              <a:buNone/>
              <a:defRPr sz="1900">
                <a:solidFill>
                  <a:srgbClr val="FF87D7"/>
                </a:solidFill>
              </a:defRPr>
            </a:lvl4pPr>
            <a:lvl5pPr lvl="4" rtl="0">
              <a:lnSpc>
                <a:spcPct val="100000"/>
              </a:lnSpc>
              <a:spcBef>
                <a:spcPts val="0"/>
              </a:spcBef>
              <a:spcAft>
                <a:spcPts val="0"/>
              </a:spcAft>
              <a:buClr>
                <a:srgbClr val="FF87D7"/>
              </a:buClr>
              <a:buSzPts val="1900"/>
              <a:buNone/>
              <a:defRPr sz="1900">
                <a:solidFill>
                  <a:srgbClr val="FF87D7"/>
                </a:solidFill>
              </a:defRPr>
            </a:lvl5pPr>
            <a:lvl6pPr lvl="5" rtl="0">
              <a:lnSpc>
                <a:spcPct val="100000"/>
              </a:lnSpc>
              <a:spcBef>
                <a:spcPts val="0"/>
              </a:spcBef>
              <a:spcAft>
                <a:spcPts val="0"/>
              </a:spcAft>
              <a:buClr>
                <a:srgbClr val="FF87D7"/>
              </a:buClr>
              <a:buSzPts val="1900"/>
              <a:buNone/>
              <a:defRPr sz="1900">
                <a:solidFill>
                  <a:srgbClr val="FF87D7"/>
                </a:solidFill>
              </a:defRPr>
            </a:lvl6pPr>
            <a:lvl7pPr lvl="6" rtl="0">
              <a:lnSpc>
                <a:spcPct val="100000"/>
              </a:lnSpc>
              <a:spcBef>
                <a:spcPts val="0"/>
              </a:spcBef>
              <a:spcAft>
                <a:spcPts val="0"/>
              </a:spcAft>
              <a:buClr>
                <a:srgbClr val="FF87D7"/>
              </a:buClr>
              <a:buSzPts val="1900"/>
              <a:buNone/>
              <a:defRPr sz="1900">
                <a:solidFill>
                  <a:srgbClr val="FF87D7"/>
                </a:solidFill>
              </a:defRPr>
            </a:lvl7pPr>
            <a:lvl8pPr lvl="7" rtl="0">
              <a:lnSpc>
                <a:spcPct val="100000"/>
              </a:lnSpc>
              <a:spcBef>
                <a:spcPts val="0"/>
              </a:spcBef>
              <a:spcAft>
                <a:spcPts val="0"/>
              </a:spcAft>
              <a:buClr>
                <a:srgbClr val="FF87D7"/>
              </a:buClr>
              <a:buSzPts val="1900"/>
              <a:buNone/>
              <a:defRPr sz="1900">
                <a:solidFill>
                  <a:srgbClr val="FF87D7"/>
                </a:solidFill>
              </a:defRPr>
            </a:lvl8pPr>
            <a:lvl9pPr lvl="8" rtl="0">
              <a:lnSpc>
                <a:spcPct val="100000"/>
              </a:lnSpc>
              <a:spcBef>
                <a:spcPts val="0"/>
              </a:spcBef>
              <a:spcAft>
                <a:spcPts val="0"/>
              </a:spcAft>
              <a:buClr>
                <a:srgbClr val="FF87D7"/>
              </a:buClr>
              <a:buSzPts val="1900"/>
              <a:buNone/>
              <a:defRPr sz="1900">
                <a:solidFill>
                  <a:srgbClr val="FF87D7"/>
                </a:solidFill>
              </a:defRPr>
            </a:lvl9pPr>
          </a:lstStyle>
          <a:p/>
        </p:txBody>
      </p:sp>
      <p:sp>
        <p:nvSpPr>
          <p:cNvPr id="197" name="Google Shape;197;p26"/>
          <p:cNvSpPr txBox="1"/>
          <p:nvPr>
            <p:ph type="title" idx="2" hasCustomPrompt="1"/>
          </p:nvPr>
        </p:nvSpPr>
        <p:spPr>
          <a:xfrm>
            <a:off x="2978400" y="1899732"/>
            <a:ext cx="3187200" cy="8472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87D7"/>
              </a:buClr>
              <a:buSzPts val="4200"/>
              <a:buFont typeface="Oswald Regular"/>
              <a:buNone/>
              <a:defRPr sz="4200">
                <a:solidFill>
                  <a:srgbClr val="FF87D7"/>
                </a:solidFill>
                <a:latin typeface="Oswald Regular"/>
                <a:ea typeface="Oswald Regular"/>
                <a:cs typeface="Oswald Regular"/>
                <a:sym typeface="Oswald Regular"/>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98" name="Google Shape;198;p26"/>
          <p:cNvSpPr txBox="1"/>
          <p:nvPr>
            <p:ph type="subTitle" idx="3"/>
          </p:nvPr>
        </p:nvSpPr>
        <p:spPr>
          <a:xfrm>
            <a:off x="2978400" y="2532632"/>
            <a:ext cx="3187200" cy="363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600"/>
              <a:buNone/>
              <a:defRPr sz="1600">
                <a:solidFill>
                  <a:srgbClr val="FFFFFF"/>
                </a:solidFill>
              </a:defRPr>
            </a:lvl1pPr>
            <a:lvl2pPr lvl="1" rtl="0">
              <a:lnSpc>
                <a:spcPct val="100000"/>
              </a:lnSpc>
              <a:spcBef>
                <a:spcPts val="0"/>
              </a:spcBef>
              <a:spcAft>
                <a:spcPts val="0"/>
              </a:spcAft>
              <a:buClr>
                <a:srgbClr val="FF87D7"/>
              </a:buClr>
              <a:buSzPts val="1900"/>
              <a:buNone/>
              <a:defRPr sz="1900">
                <a:solidFill>
                  <a:srgbClr val="FF87D7"/>
                </a:solidFill>
              </a:defRPr>
            </a:lvl2pPr>
            <a:lvl3pPr lvl="2" rtl="0">
              <a:lnSpc>
                <a:spcPct val="100000"/>
              </a:lnSpc>
              <a:spcBef>
                <a:spcPts val="0"/>
              </a:spcBef>
              <a:spcAft>
                <a:spcPts val="0"/>
              </a:spcAft>
              <a:buClr>
                <a:srgbClr val="FF87D7"/>
              </a:buClr>
              <a:buSzPts val="1900"/>
              <a:buNone/>
              <a:defRPr sz="1900">
                <a:solidFill>
                  <a:srgbClr val="FF87D7"/>
                </a:solidFill>
              </a:defRPr>
            </a:lvl3pPr>
            <a:lvl4pPr lvl="3" rtl="0">
              <a:lnSpc>
                <a:spcPct val="100000"/>
              </a:lnSpc>
              <a:spcBef>
                <a:spcPts val="0"/>
              </a:spcBef>
              <a:spcAft>
                <a:spcPts val="0"/>
              </a:spcAft>
              <a:buClr>
                <a:srgbClr val="FF87D7"/>
              </a:buClr>
              <a:buSzPts val="1900"/>
              <a:buNone/>
              <a:defRPr sz="1900">
                <a:solidFill>
                  <a:srgbClr val="FF87D7"/>
                </a:solidFill>
              </a:defRPr>
            </a:lvl4pPr>
            <a:lvl5pPr lvl="4" rtl="0">
              <a:lnSpc>
                <a:spcPct val="100000"/>
              </a:lnSpc>
              <a:spcBef>
                <a:spcPts val="0"/>
              </a:spcBef>
              <a:spcAft>
                <a:spcPts val="0"/>
              </a:spcAft>
              <a:buClr>
                <a:srgbClr val="FF87D7"/>
              </a:buClr>
              <a:buSzPts val="1900"/>
              <a:buNone/>
              <a:defRPr sz="1900">
                <a:solidFill>
                  <a:srgbClr val="FF87D7"/>
                </a:solidFill>
              </a:defRPr>
            </a:lvl5pPr>
            <a:lvl6pPr lvl="5" rtl="0">
              <a:lnSpc>
                <a:spcPct val="100000"/>
              </a:lnSpc>
              <a:spcBef>
                <a:spcPts val="0"/>
              </a:spcBef>
              <a:spcAft>
                <a:spcPts val="0"/>
              </a:spcAft>
              <a:buClr>
                <a:srgbClr val="FF87D7"/>
              </a:buClr>
              <a:buSzPts val="1900"/>
              <a:buNone/>
              <a:defRPr sz="1900">
                <a:solidFill>
                  <a:srgbClr val="FF87D7"/>
                </a:solidFill>
              </a:defRPr>
            </a:lvl6pPr>
            <a:lvl7pPr lvl="6" rtl="0">
              <a:lnSpc>
                <a:spcPct val="100000"/>
              </a:lnSpc>
              <a:spcBef>
                <a:spcPts val="0"/>
              </a:spcBef>
              <a:spcAft>
                <a:spcPts val="0"/>
              </a:spcAft>
              <a:buClr>
                <a:srgbClr val="FF87D7"/>
              </a:buClr>
              <a:buSzPts val="1900"/>
              <a:buNone/>
              <a:defRPr sz="1900">
                <a:solidFill>
                  <a:srgbClr val="FF87D7"/>
                </a:solidFill>
              </a:defRPr>
            </a:lvl7pPr>
            <a:lvl8pPr lvl="7" rtl="0">
              <a:lnSpc>
                <a:spcPct val="100000"/>
              </a:lnSpc>
              <a:spcBef>
                <a:spcPts val="0"/>
              </a:spcBef>
              <a:spcAft>
                <a:spcPts val="0"/>
              </a:spcAft>
              <a:buClr>
                <a:srgbClr val="FF87D7"/>
              </a:buClr>
              <a:buSzPts val="1900"/>
              <a:buNone/>
              <a:defRPr sz="1900">
                <a:solidFill>
                  <a:srgbClr val="FF87D7"/>
                </a:solidFill>
              </a:defRPr>
            </a:lvl8pPr>
            <a:lvl9pPr lvl="8" rtl="0">
              <a:lnSpc>
                <a:spcPct val="100000"/>
              </a:lnSpc>
              <a:spcBef>
                <a:spcPts val="0"/>
              </a:spcBef>
              <a:spcAft>
                <a:spcPts val="0"/>
              </a:spcAft>
              <a:buClr>
                <a:srgbClr val="FF87D7"/>
              </a:buClr>
              <a:buSzPts val="1900"/>
              <a:buNone/>
              <a:defRPr sz="1900">
                <a:solidFill>
                  <a:srgbClr val="FF87D7"/>
                </a:solidFill>
              </a:defRPr>
            </a:lvl9pPr>
          </a:lstStyle>
          <a:p/>
        </p:txBody>
      </p:sp>
      <p:sp>
        <p:nvSpPr>
          <p:cNvPr id="199" name="Google Shape;199;p26"/>
          <p:cNvSpPr txBox="1"/>
          <p:nvPr>
            <p:ph type="title" idx="4" hasCustomPrompt="1"/>
          </p:nvPr>
        </p:nvSpPr>
        <p:spPr>
          <a:xfrm>
            <a:off x="2978400" y="3074339"/>
            <a:ext cx="3187200" cy="8472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87D7"/>
              </a:buClr>
              <a:buSzPts val="4200"/>
              <a:buFont typeface="Oswald Regular"/>
              <a:buNone/>
              <a:defRPr sz="4200">
                <a:solidFill>
                  <a:srgbClr val="FF87D7"/>
                </a:solidFill>
                <a:latin typeface="Oswald Regular"/>
                <a:ea typeface="Oswald Regular"/>
                <a:cs typeface="Oswald Regular"/>
                <a:sym typeface="Oswald Regular"/>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200" name="Google Shape;200;p26"/>
          <p:cNvSpPr txBox="1"/>
          <p:nvPr>
            <p:ph type="subTitle" idx="5"/>
          </p:nvPr>
        </p:nvSpPr>
        <p:spPr>
          <a:xfrm>
            <a:off x="2978400" y="3707239"/>
            <a:ext cx="3187200" cy="363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600"/>
              <a:buNone/>
              <a:defRPr sz="1600">
                <a:solidFill>
                  <a:srgbClr val="FFFFFF"/>
                </a:solidFill>
              </a:defRPr>
            </a:lvl1pPr>
            <a:lvl2pPr lvl="1" rtl="0">
              <a:lnSpc>
                <a:spcPct val="100000"/>
              </a:lnSpc>
              <a:spcBef>
                <a:spcPts val="0"/>
              </a:spcBef>
              <a:spcAft>
                <a:spcPts val="0"/>
              </a:spcAft>
              <a:buClr>
                <a:srgbClr val="FF87D7"/>
              </a:buClr>
              <a:buSzPts val="1900"/>
              <a:buNone/>
              <a:defRPr sz="1900">
                <a:solidFill>
                  <a:srgbClr val="FF87D7"/>
                </a:solidFill>
              </a:defRPr>
            </a:lvl2pPr>
            <a:lvl3pPr lvl="2" rtl="0">
              <a:lnSpc>
                <a:spcPct val="100000"/>
              </a:lnSpc>
              <a:spcBef>
                <a:spcPts val="0"/>
              </a:spcBef>
              <a:spcAft>
                <a:spcPts val="0"/>
              </a:spcAft>
              <a:buClr>
                <a:srgbClr val="FF87D7"/>
              </a:buClr>
              <a:buSzPts val="1900"/>
              <a:buNone/>
              <a:defRPr sz="1900">
                <a:solidFill>
                  <a:srgbClr val="FF87D7"/>
                </a:solidFill>
              </a:defRPr>
            </a:lvl3pPr>
            <a:lvl4pPr lvl="3" rtl="0">
              <a:lnSpc>
                <a:spcPct val="100000"/>
              </a:lnSpc>
              <a:spcBef>
                <a:spcPts val="0"/>
              </a:spcBef>
              <a:spcAft>
                <a:spcPts val="0"/>
              </a:spcAft>
              <a:buClr>
                <a:srgbClr val="FF87D7"/>
              </a:buClr>
              <a:buSzPts val="1900"/>
              <a:buNone/>
              <a:defRPr sz="1900">
                <a:solidFill>
                  <a:srgbClr val="FF87D7"/>
                </a:solidFill>
              </a:defRPr>
            </a:lvl4pPr>
            <a:lvl5pPr lvl="4" rtl="0">
              <a:lnSpc>
                <a:spcPct val="100000"/>
              </a:lnSpc>
              <a:spcBef>
                <a:spcPts val="0"/>
              </a:spcBef>
              <a:spcAft>
                <a:spcPts val="0"/>
              </a:spcAft>
              <a:buClr>
                <a:srgbClr val="FF87D7"/>
              </a:buClr>
              <a:buSzPts val="1900"/>
              <a:buNone/>
              <a:defRPr sz="1900">
                <a:solidFill>
                  <a:srgbClr val="FF87D7"/>
                </a:solidFill>
              </a:defRPr>
            </a:lvl5pPr>
            <a:lvl6pPr lvl="5" rtl="0">
              <a:lnSpc>
                <a:spcPct val="100000"/>
              </a:lnSpc>
              <a:spcBef>
                <a:spcPts val="0"/>
              </a:spcBef>
              <a:spcAft>
                <a:spcPts val="0"/>
              </a:spcAft>
              <a:buClr>
                <a:srgbClr val="FF87D7"/>
              </a:buClr>
              <a:buSzPts val="1900"/>
              <a:buNone/>
              <a:defRPr sz="1900">
                <a:solidFill>
                  <a:srgbClr val="FF87D7"/>
                </a:solidFill>
              </a:defRPr>
            </a:lvl6pPr>
            <a:lvl7pPr lvl="6" rtl="0">
              <a:lnSpc>
                <a:spcPct val="100000"/>
              </a:lnSpc>
              <a:spcBef>
                <a:spcPts val="0"/>
              </a:spcBef>
              <a:spcAft>
                <a:spcPts val="0"/>
              </a:spcAft>
              <a:buClr>
                <a:srgbClr val="FF87D7"/>
              </a:buClr>
              <a:buSzPts val="1900"/>
              <a:buNone/>
              <a:defRPr sz="1900">
                <a:solidFill>
                  <a:srgbClr val="FF87D7"/>
                </a:solidFill>
              </a:defRPr>
            </a:lvl7pPr>
            <a:lvl8pPr lvl="7" rtl="0">
              <a:lnSpc>
                <a:spcPct val="100000"/>
              </a:lnSpc>
              <a:spcBef>
                <a:spcPts val="0"/>
              </a:spcBef>
              <a:spcAft>
                <a:spcPts val="0"/>
              </a:spcAft>
              <a:buClr>
                <a:srgbClr val="FF87D7"/>
              </a:buClr>
              <a:buSzPts val="1900"/>
              <a:buNone/>
              <a:defRPr sz="1900">
                <a:solidFill>
                  <a:srgbClr val="FF87D7"/>
                </a:solidFill>
              </a:defRPr>
            </a:lvl8pPr>
            <a:lvl9pPr lvl="8" rtl="0">
              <a:lnSpc>
                <a:spcPct val="100000"/>
              </a:lnSpc>
              <a:spcBef>
                <a:spcPts val="0"/>
              </a:spcBef>
              <a:spcAft>
                <a:spcPts val="0"/>
              </a:spcAft>
              <a:buClr>
                <a:srgbClr val="FF87D7"/>
              </a:buClr>
              <a:buSzPts val="1900"/>
              <a:buNone/>
              <a:defRPr sz="1900">
                <a:solidFill>
                  <a:srgbClr val="FF87D7"/>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2">
  <p:cSld name="BIG_NUMBER_1_1_1">
    <p:spTree>
      <p:nvGrpSpPr>
        <p:cNvPr id="201" name="Shape 201"/>
        <p:cNvGrpSpPr/>
        <p:nvPr/>
      </p:nvGrpSpPr>
      <p:grpSpPr>
        <a:xfrm>
          <a:off x="0" y="0"/>
          <a:ext cx="0" cy="0"/>
          <a:chOff x="0" y="0"/>
          <a:chExt cx="0" cy="0"/>
        </a:xfrm>
      </p:grpSpPr>
      <p:pic>
        <p:nvPicPr>
          <p:cNvPr id="202" name="Google Shape;202;p27"/>
          <p:cNvPicPr preferRelativeResize="0"/>
          <p:nvPr/>
        </p:nvPicPr>
        <p:blipFill>
          <a:blip r:embed="rId2"/>
          <a:stretch>
            <a:fillRect/>
          </a:stretch>
        </p:blipFill>
        <p:spPr>
          <a:xfrm>
            <a:off x="0" y="0"/>
            <a:ext cx="9144000" cy="5143507"/>
          </a:xfrm>
          <a:prstGeom prst="rect">
            <a:avLst/>
          </a:prstGeom>
          <a:noFill/>
          <a:ln>
            <a:noFill/>
          </a:ln>
        </p:spPr>
      </p:pic>
      <p:sp>
        <p:nvSpPr>
          <p:cNvPr id="203" name="Google Shape;203;p27"/>
          <p:cNvSpPr txBox="1"/>
          <p:nvPr>
            <p:ph type="subTitle" idx="1"/>
          </p:nvPr>
        </p:nvSpPr>
        <p:spPr>
          <a:xfrm>
            <a:off x="1251049" y="3548300"/>
            <a:ext cx="2935500" cy="458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1pPr>
            <a:lvl2pPr lvl="1"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2pPr>
            <a:lvl3pPr lvl="2"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3pPr>
            <a:lvl4pPr lvl="3"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4pPr>
            <a:lvl5pPr lvl="4"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5pPr>
            <a:lvl6pPr lvl="5"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6pPr>
            <a:lvl7pPr lvl="6"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7pPr>
            <a:lvl8pPr lvl="7"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8pPr>
            <a:lvl9pPr lvl="8"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9pPr>
          </a:lstStyle>
          <a:p/>
        </p:txBody>
      </p:sp>
      <p:sp>
        <p:nvSpPr>
          <p:cNvPr id="204" name="Google Shape;204;p27"/>
          <p:cNvSpPr txBox="1"/>
          <p:nvPr>
            <p:ph type="title"/>
          </p:nvPr>
        </p:nvSpPr>
        <p:spPr>
          <a:xfrm>
            <a:off x="720000" y="445806"/>
            <a:ext cx="77040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2pPr>
            <a:lvl3pPr lvl="2"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3pPr>
            <a:lvl4pPr lvl="3"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4pPr>
            <a:lvl5pPr lvl="4"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5pPr>
            <a:lvl6pPr lvl="5"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6pPr>
            <a:lvl7pPr lvl="6"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7pPr>
            <a:lvl8pPr lvl="7"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8pPr>
            <a:lvl9pPr lvl="8"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9pPr>
          </a:lstStyle>
          <a:p/>
        </p:txBody>
      </p:sp>
      <p:sp>
        <p:nvSpPr>
          <p:cNvPr id="205" name="Google Shape;205;p27"/>
          <p:cNvSpPr txBox="1"/>
          <p:nvPr>
            <p:ph type="subTitle" idx="2"/>
          </p:nvPr>
        </p:nvSpPr>
        <p:spPr>
          <a:xfrm>
            <a:off x="1251049" y="3890050"/>
            <a:ext cx="2935500" cy="714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600"/>
              <a:buNone/>
              <a:defRPr sz="1600">
                <a:solidFill>
                  <a:srgbClr val="FFFFFF"/>
                </a:solidFill>
              </a:defRPr>
            </a:lvl1pPr>
            <a:lvl2pPr lvl="1" algn="ctr" rtl="0">
              <a:lnSpc>
                <a:spcPct val="100000"/>
              </a:lnSpc>
              <a:spcBef>
                <a:spcPts val="0"/>
              </a:spcBef>
              <a:spcAft>
                <a:spcPts val="0"/>
              </a:spcAft>
              <a:buClr>
                <a:srgbClr val="FFFFFF"/>
              </a:buClr>
              <a:buSzPts val="1600"/>
              <a:buNone/>
              <a:defRPr sz="1600">
                <a:solidFill>
                  <a:srgbClr val="FFFFFF"/>
                </a:solidFill>
              </a:defRPr>
            </a:lvl2pPr>
            <a:lvl3pPr lvl="2" algn="ctr" rtl="0">
              <a:lnSpc>
                <a:spcPct val="100000"/>
              </a:lnSpc>
              <a:spcBef>
                <a:spcPts val="0"/>
              </a:spcBef>
              <a:spcAft>
                <a:spcPts val="0"/>
              </a:spcAft>
              <a:buClr>
                <a:srgbClr val="FFFFFF"/>
              </a:buClr>
              <a:buSzPts val="1600"/>
              <a:buNone/>
              <a:defRPr sz="1600">
                <a:solidFill>
                  <a:srgbClr val="FFFFFF"/>
                </a:solidFill>
              </a:defRPr>
            </a:lvl3pPr>
            <a:lvl4pPr lvl="3" algn="ctr" rtl="0">
              <a:lnSpc>
                <a:spcPct val="100000"/>
              </a:lnSpc>
              <a:spcBef>
                <a:spcPts val="0"/>
              </a:spcBef>
              <a:spcAft>
                <a:spcPts val="0"/>
              </a:spcAft>
              <a:buClr>
                <a:srgbClr val="FFFFFF"/>
              </a:buClr>
              <a:buSzPts val="1600"/>
              <a:buNone/>
              <a:defRPr sz="1600">
                <a:solidFill>
                  <a:srgbClr val="FFFFFF"/>
                </a:solidFill>
              </a:defRPr>
            </a:lvl4pPr>
            <a:lvl5pPr lvl="4" algn="ctr" rtl="0">
              <a:lnSpc>
                <a:spcPct val="100000"/>
              </a:lnSpc>
              <a:spcBef>
                <a:spcPts val="0"/>
              </a:spcBef>
              <a:spcAft>
                <a:spcPts val="0"/>
              </a:spcAft>
              <a:buClr>
                <a:srgbClr val="FFFFFF"/>
              </a:buClr>
              <a:buSzPts val="1600"/>
              <a:buNone/>
              <a:defRPr sz="1600">
                <a:solidFill>
                  <a:srgbClr val="FFFFFF"/>
                </a:solidFill>
              </a:defRPr>
            </a:lvl5pPr>
            <a:lvl6pPr lvl="5" algn="ctr" rtl="0">
              <a:lnSpc>
                <a:spcPct val="100000"/>
              </a:lnSpc>
              <a:spcBef>
                <a:spcPts val="0"/>
              </a:spcBef>
              <a:spcAft>
                <a:spcPts val="0"/>
              </a:spcAft>
              <a:buClr>
                <a:srgbClr val="FFFFFF"/>
              </a:buClr>
              <a:buSzPts val="1600"/>
              <a:buNone/>
              <a:defRPr sz="1600">
                <a:solidFill>
                  <a:srgbClr val="FFFFFF"/>
                </a:solidFill>
              </a:defRPr>
            </a:lvl6pPr>
            <a:lvl7pPr lvl="6" algn="ctr" rtl="0">
              <a:lnSpc>
                <a:spcPct val="100000"/>
              </a:lnSpc>
              <a:spcBef>
                <a:spcPts val="0"/>
              </a:spcBef>
              <a:spcAft>
                <a:spcPts val="0"/>
              </a:spcAft>
              <a:buClr>
                <a:srgbClr val="FFFFFF"/>
              </a:buClr>
              <a:buSzPts val="1600"/>
              <a:buNone/>
              <a:defRPr sz="1600">
                <a:solidFill>
                  <a:srgbClr val="FFFFFF"/>
                </a:solidFill>
              </a:defRPr>
            </a:lvl7pPr>
            <a:lvl8pPr lvl="7" algn="ctr" rtl="0">
              <a:lnSpc>
                <a:spcPct val="100000"/>
              </a:lnSpc>
              <a:spcBef>
                <a:spcPts val="0"/>
              </a:spcBef>
              <a:spcAft>
                <a:spcPts val="0"/>
              </a:spcAft>
              <a:buClr>
                <a:srgbClr val="FFFFFF"/>
              </a:buClr>
              <a:buSzPts val="1600"/>
              <a:buNone/>
              <a:defRPr sz="1600">
                <a:solidFill>
                  <a:srgbClr val="FFFFFF"/>
                </a:solidFill>
              </a:defRPr>
            </a:lvl8pPr>
            <a:lvl9pPr lvl="8" algn="ctr" rtl="0">
              <a:lnSpc>
                <a:spcPct val="100000"/>
              </a:lnSpc>
              <a:spcBef>
                <a:spcPts val="0"/>
              </a:spcBef>
              <a:spcAft>
                <a:spcPts val="0"/>
              </a:spcAft>
              <a:buClr>
                <a:srgbClr val="FFFFFF"/>
              </a:buClr>
              <a:buSzPts val="1600"/>
              <a:buNone/>
              <a:defRPr sz="1600">
                <a:solidFill>
                  <a:srgbClr val="FFFFFF"/>
                </a:solidFill>
              </a:defRPr>
            </a:lvl9pPr>
          </a:lstStyle>
          <a:p/>
        </p:txBody>
      </p:sp>
      <p:sp>
        <p:nvSpPr>
          <p:cNvPr id="206" name="Google Shape;206;p27"/>
          <p:cNvSpPr txBox="1"/>
          <p:nvPr>
            <p:ph type="subTitle" idx="3"/>
          </p:nvPr>
        </p:nvSpPr>
        <p:spPr>
          <a:xfrm>
            <a:off x="4957451" y="3548300"/>
            <a:ext cx="2935500" cy="458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1pPr>
            <a:lvl2pPr lvl="1"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2pPr>
            <a:lvl3pPr lvl="2"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3pPr>
            <a:lvl4pPr lvl="3"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4pPr>
            <a:lvl5pPr lvl="4"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5pPr>
            <a:lvl6pPr lvl="5"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6pPr>
            <a:lvl7pPr lvl="6"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7pPr>
            <a:lvl8pPr lvl="7"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8pPr>
            <a:lvl9pPr lvl="8" algn="ctr" rtl="0">
              <a:lnSpc>
                <a:spcPct val="100000"/>
              </a:lnSpc>
              <a:spcBef>
                <a:spcPts val="0"/>
              </a:spcBef>
              <a:spcAft>
                <a:spcPts val="0"/>
              </a:spcAft>
              <a:buClr>
                <a:srgbClr val="FF87D7"/>
              </a:buClr>
              <a:buSzPts val="2000"/>
              <a:buFont typeface="Oswald"/>
              <a:buNone/>
              <a:defRPr sz="2000">
                <a:solidFill>
                  <a:srgbClr val="FF87D7"/>
                </a:solidFill>
                <a:latin typeface="Oswald"/>
                <a:ea typeface="Oswald"/>
                <a:cs typeface="Oswald"/>
                <a:sym typeface="Oswald"/>
              </a:defRPr>
            </a:lvl9pPr>
          </a:lstStyle>
          <a:p/>
        </p:txBody>
      </p:sp>
      <p:sp>
        <p:nvSpPr>
          <p:cNvPr id="207" name="Google Shape;207;p27"/>
          <p:cNvSpPr txBox="1"/>
          <p:nvPr>
            <p:ph type="subTitle" idx="4"/>
          </p:nvPr>
        </p:nvSpPr>
        <p:spPr>
          <a:xfrm>
            <a:off x="4957451" y="3890050"/>
            <a:ext cx="2935500" cy="714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600"/>
              <a:buNone/>
              <a:defRPr sz="1600">
                <a:solidFill>
                  <a:srgbClr val="FFFFFF"/>
                </a:solidFill>
              </a:defRPr>
            </a:lvl1pPr>
            <a:lvl2pPr lvl="1" algn="ctr" rtl="0">
              <a:lnSpc>
                <a:spcPct val="100000"/>
              </a:lnSpc>
              <a:spcBef>
                <a:spcPts val="0"/>
              </a:spcBef>
              <a:spcAft>
                <a:spcPts val="0"/>
              </a:spcAft>
              <a:buClr>
                <a:srgbClr val="FFFFFF"/>
              </a:buClr>
              <a:buSzPts val="1600"/>
              <a:buNone/>
              <a:defRPr sz="1600">
                <a:solidFill>
                  <a:srgbClr val="FFFFFF"/>
                </a:solidFill>
              </a:defRPr>
            </a:lvl2pPr>
            <a:lvl3pPr lvl="2" algn="ctr" rtl="0">
              <a:lnSpc>
                <a:spcPct val="100000"/>
              </a:lnSpc>
              <a:spcBef>
                <a:spcPts val="0"/>
              </a:spcBef>
              <a:spcAft>
                <a:spcPts val="0"/>
              </a:spcAft>
              <a:buClr>
                <a:srgbClr val="FFFFFF"/>
              </a:buClr>
              <a:buSzPts val="1600"/>
              <a:buNone/>
              <a:defRPr sz="1600">
                <a:solidFill>
                  <a:srgbClr val="FFFFFF"/>
                </a:solidFill>
              </a:defRPr>
            </a:lvl3pPr>
            <a:lvl4pPr lvl="3" algn="ctr" rtl="0">
              <a:lnSpc>
                <a:spcPct val="100000"/>
              </a:lnSpc>
              <a:spcBef>
                <a:spcPts val="0"/>
              </a:spcBef>
              <a:spcAft>
                <a:spcPts val="0"/>
              </a:spcAft>
              <a:buClr>
                <a:srgbClr val="FFFFFF"/>
              </a:buClr>
              <a:buSzPts val="1600"/>
              <a:buNone/>
              <a:defRPr sz="1600">
                <a:solidFill>
                  <a:srgbClr val="FFFFFF"/>
                </a:solidFill>
              </a:defRPr>
            </a:lvl4pPr>
            <a:lvl5pPr lvl="4" algn="ctr" rtl="0">
              <a:lnSpc>
                <a:spcPct val="100000"/>
              </a:lnSpc>
              <a:spcBef>
                <a:spcPts val="0"/>
              </a:spcBef>
              <a:spcAft>
                <a:spcPts val="0"/>
              </a:spcAft>
              <a:buClr>
                <a:srgbClr val="FFFFFF"/>
              </a:buClr>
              <a:buSzPts val="1600"/>
              <a:buNone/>
              <a:defRPr sz="1600">
                <a:solidFill>
                  <a:srgbClr val="FFFFFF"/>
                </a:solidFill>
              </a:defRPr>
            </a:lvl5pPr>
            <a:lvl6pPr lvl="5" algn="ctr" rtl="0">
              <a:lnSpc>
                <a:spcPct val="100000"/>
              </a:lnSpc>
              <a:spcBef>
                <a:spcPts val="0"/>
              </a:spcBef>
              <a:spcAft>
                <a:spcPts val="0"/>
              </a:spcAft>
              <a:buClr>
                <a:srgbClr val="FFFFFF"/>
              </a:buClr>
              <a:buSzPts val="1600"/>
              <a:buNone/>
              <a:defRPr sz="1600">
                <a:solidFill>
                  <a:srgbClr val="FFFFFF"/>
                </a:solidFill>
              </a:defRPr>
            </a:lvl6pPr>
            <a:lvl7pPr lvl="6" algn="ctr" rtl="0">
              <a:lnSpc>
                <a:spcPct val="100000"/>
              </a:lnSpc>
              <a:spcBef>
                <a:spcPts val="0"/>
              </a:spcBef>
              <a:spcAft>
                <a:spcPts val="0"/>
              </a:spcAft>
              <a:buClr>
                <a:srgbClr val="FFFFFF"/>
              </a:buClr>
              <a:buSzPts val="1600"/>
              <a:buNone/>
              <a:defRPr sz="1600">
                <a:solidFill>
                  <a:srgbClr val="FFFFFF"/>
                </a:solidFill>
              </a:defRPr>
            </a:lvl7pPr>
            <a:lvl8pPr lvl="7" algn="ctr" rtl="0">
              <a:lnSpc>
                <a:spcPct val="100000"/>
              </a:lnSpc>
              <a:spcBef>
                <a:spcPts val="0"/>
              </a:spcBef>
              <a:spcAft>
                <a:spcPts val="0"/>
              </a:spcAft>
              <a:buClr>
                <a:srgbClr val="FFFFFF"/>
              </a:buClr>
              <a:buSzPts val="1600"/>
              <a:buNone/>
              <a:defRPr sz="1600">
                <a:solidFill>
                  <a:srgbClr val="FFFFFF"/>
                </a:solidFill>
              </a:defRPr>
            </a:lvl8pPr>
            <a:lvl9pPr lvl="8" algn="ctr" rtl="0">
              <a:lnSpc>
                <a:spcPct val="100000"/>
              </a:lnSpc>
              <a:spcBef>
                <a:spcPts val="0"/>
              </a:spcBef>
              <a:spcAft>
                <a:spcPts val="0"/>
              </a:spcAft>
              <a:buClr>
                <a:srgbClr val="FFFFFF"/>
              </a:buClr>
              <a:buSzPts val="1600"/>
              <a:buNone/>
              <a:defRPr sz="1600">
                <a:solidFill>
                  <a:srgbClr val="FFFFFF"/>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subtitle">
  <p:cSld name="CUSTOM_5_1_1">
    <p:spTree>
      <p:nvGrpSpPr>
        <p:cNvPr id="208" name="Shape 208"/>
        <p:cNvGrpSpPr/>
        <p:nvPr/>
      </p:nvGrpSpPr>
      <p:grpSpPr>
        <a:xfrm>
          <a:off x="0" y="0"/>
          <a:ext cx="0" cy="0"/>
          <a:chOff x="0" y="0"/>
          <a:chExt cx="0" cy="0"/>
        </a:xfrm>
      </p:grpSpPr>
      <p:pic>
        <p:nvPicPr>
          <p:cNvPr id="209" name="Google Shape;209;p28"/>
          <p:cNvPicPr preferRelativeResize="0"/>
          <p:nvPr/>
        </p:nvPicPr>
        <p:blipFill>
          <a:blip r:embed="rId2"/>
          <a:stretch>
            <a:fillRect/>
          </a:stretch>
        </p:blipFill>
        <p:spPr>
          <a:xfrm>
            <a:off x="0" y="0"/>
            <a:ext cx="9144000" cy="5143507"/>
          </a:xfrm>
          <a:prstGeom prst="rect">
            <a:avLst/>
          </a:prstGeom>
          <a:noFill/>
          <a:ln>
            <a:noFill/>
          </a:ln>
        </p:spPr>
      </p:pic>
      <p:pic>
        <p:nvPicPr>
          <p:cNvPr id="210" name="Google Shape;210;p28"/>
          <p:cNvPicPr preferRelativeResize="0"/>
          <p:nvPr/>
        </p:nvPicPr>
        <p:blipFill rotWithShape="1">
          <a:blip r:embed="rId3"/>
          <a:srcRect l="9413" t="16223" r="9647" b="19927"/>
          <a:stretch>
            <a:fillRect/>
          </a:stretch>
        </p:blipFill>
        <p:spPr>
          <a:xfrm>
            <a:off x="482525" y="355800"/>
            <a:ext cx="1188090" cy="937200"/>
          </a:xfrm>
          <a:prstGeom prst="rect">
            <a:avLst/>
          </a:prstGeom>
          <a:noFill/>
          <a:ln>
            <a:noFill/>
          </a:ln>
        </p:spPr>
      </p:pic>
      <p:pic>
        <p:nvPicPr>
          <p:cNvPr id="211" name="Google Shape;211;p28"/>
          <p:cNvPicPr preferRelativeResize="0"/>
          <p:nvPr/>
        </p:nvPicPr>
        <p:blipFill rotWithShape="1">
          <a:blip r:embed="rId4"/>
          <a:srcRect l="21169" t="19643" r="20622" b="20687"/>
          <a:stretch>
            <a:fillRect/>
          </a:stretch>
        </p:blipFill>
        <p:spPr>
          <a:xfrm>
            <a:off x="391300" y="3679725"/>
            <a:ext cx="765024" cy="784224"/>
          </a:xfrm>
          <a:prstGeom prst="rect">
            <a:avLst/>
          </a:prstGeom>
          <a:noFill/>
          <a:ln>
            <a:noFill/>
          </a:ln>
        </p:spPr>
      </p:pic>
      <p:pic>
        <p:nvPicPr>
          <p:cNvPr id="212" name="Google Shape;212;p28"/>
          <p:cNvPicPr preferRelativeResize="0"/>
          <p:nvPr/>
        </p:nvPicPr>
        <p:blipFill rotWithShape="1">
          <a:blip r:embed="rId5"/>
          <a:srcRect l="27028" t="30941" r="26176" b="29940"/>
          <a:stretch>
            <a:fillRect/>
          </a:stretch>
        </p:blipFill>
        <p:spPr>
          <a:xfrm>
            <a:off x="7756350" y="874400"/>
            <a:ext cx="373875" cy="312525"/>
          </a:xfrm>
          <a:prstGeom prst="rect">
            <a:avLst/>
          </a:prstGeom>
          <a:noFill/>
          <a:ln>
            <a:noFill/>
          </a:ln>
        </p:spPr>
      </p:pic>
      <p:sp>
        <p:nvSpPr>
          <p:cNvPr id="213" name="Google Shape;213;p28"/>
          <p:cNvSpPr txBox="1"/>
          <p:nvPr>
            <p:ph type="title"/>
          </p:nvPr>
        </p:nvSpPr>
        <p:spPr>
          <a:xfrm>
            <a:off x="1176275" y="1766522"/>
            <a:ext cx="2942400" cy="657900"/>
          </a:xfrm>
          <a:prstGeom prst="rect">
            <a:avLst/>
          </a:prstGeom>
        </p:spPr>
        <p:txBody>
          <a:bodyPr spcFirstLastPara="1" wrap="square" lIns="91425" tIns="91425" rIns="91425" bIns="91425" anchor="ctr" anchorCtr="0">
            <a:noAutofit/>
          </a:bodyPr>
          <a:lstStyle>
            <a:lvl1pPr lvl="0" algn="r" rtl="0">
              <a:lnSpc>
                <a:spcPct val="90000"/>
              </a:lnSpc>
              <a:spcBef>
                <a:spcPts val="0"/>
              </a:spcBef>
              <a:spcAft>
                <a:spcPts val="0"/>
              </a:spcAft>
              <a:buClr>
                <a:srgbClr val="FF87D7"/>
              </a:buClr>
              <a:buSzPts val="3000"/>
              <a:buFont typeface="Oswald Regular"/>
              <a:buNone/>
              <a:defRPr sz="3000">
                <a:solidFill>
                  <a:srgbClr val="FF87D7"/>
                </a:solidFill>
                <a:latin typeface="Oswald Regular"/>
                <a:ea typeface="Oswald Regular"/>
                <a:cs typeface="Oswald Regular"/>
                <a:sym typeface="Oswald Regular"/>
              </a:defRPr>
            </a:lvl1pPr>
            <a:lvl2pPr lvl="1" algn="r" rtl="0">
              <a:lnSpc>
                <a:spcPct val="90000"/>
              </a:lnSpc>
              <a:spcBef>
                <a:spcPts val="0"/>
              </a:spcBef>
              <a:spcAft>
                <a:spcPts val="0"/>
              </a:spcAft>
              <a:buSzPts val="4200"/>
              <a:buNone/>
              <a:defRPr sz="4200"/>
            </a:lvl2pPr>
            <a:lvl3pPr lvl="2" algn="r" rtl="0">
              <a:lnSpc>
                <a:spcPct val="90000"/>
              </a:lnSpc>
              <a:spcBef>
                <a:spcPts val="0"/>
              </a:spcBef>
              <a:spcAft>
                <a:spcPts val="0"/>
              </a:spcAft>
              <a:buSzPts val="4200"/>
              <a:buNone/>
              <a:defRPr sz="4200"/>
            </a:lvl3pPr>
            <a:lvl4pPr lvl="3" algn="r" rtl="0">
              <a:lnSpc>
                <a:spcPct val="90000"/>
              </a:lnSpc>
              <a:spcBef>
                <a:spcPts val="0"/>
              </a:spcBef>
              <a:spcAft>
                <a:spcPts val="0"/>
              </a:spcAft>
              <a:buSzPts val="4200"/>
              <a:buNone/>
              <a:defRPr sz="4200"/>
            </a:lvl4pPr>
            <a:lvl5pPr lvl="4" algn="r" rtl="0">
              <a:lnSpc>
                <a:spcPct val="90000"/>
              </a:lnSpc>
              <a:spcBef>
                <a:spcPts val="0"/>
              </a:spcBef>
              <a:spcAft>
                <a:spcPts val="0"/>
              </a:spcAft>
              <a:buSzPts val="4200"/>
              <a:buNone/>
              <a:defRPr sz="4200"/>
            </a:lvl5pPr>
            <a:lvl6pPr lvl="5" algn="r" rtl="0">
              <a:lnSpc>
                <a:spcPct val="90000"/>
              </a:lnSpc>
              <a:spcBef>
                <a:spcPts val="0"/>
              </a:spcBef>
              <a:spcAft>
                <a:spcPts val="0"/>
              </a:spcAft>
              <a:buSzPts val="4200"/>
              <a:buNone/>
              <a:defRPr sz="4200"/>
            </a:lvl6pPr>
            <a:lvl7pPr lvl="6" algn="r" rtl="0">
              <a:lnSpc>
                <a:spcPct val="90000"/>
              </a:lnSpc>
              <a:spcBef>
                <a:spcPts val="0"/>
              </a:spcBef>
              <a:spcAft>
                <a:spcPts val="0"/>
              </a:spcAft>
              <a:buSzPts val="4200"/>
              <a:buNone/>
              <a:defRPr sz="4200"/>
            </a:lvl7pPr>
            <a:lvl8pPr lvl="7" algn="r" rtl="0">
              <a:lnSpc>
                <a:spcPct val="90000"/>
              </a:lnSpc>
              <a:spcBef>
                <a:spcPts val="0"/>
              </a:spcBef>
              <a:spcAft>
                <a:spcPts val="0"/>
              </a:spcAft>
              <a:buSzPts val="4200"/>
              <a:buNone/>
              <a:defRPr sz="4200"/>
            </a:lvl8pPr>
            <a:lvl9pPr lvl="8" algn="r" rtl="0">
              <a:lnSpc>
                <a:spcPct val="90000"/>
              </a:lnSpc>
              <a:spcBef>
                <a:spcPts val="0"/>
              </a:spcBef>
              <a:spcAft>
                <a:spcPts val="0"/>
              </a:spcAft>
              <a:buSzPts val="4200"/>
              <a:buNone/>
              <a:defRPr sz="4200"/>
            </a:lvl9pPr>
          </a:lstStyle>
          <a:p/>
        </p:txBody>
      </p:sp>
      <p:sp>
        <p:nvSpPr>
          <p:cNvPr id="214" name="Google Shape;214;p28"/>
          <p:cNvSpPr txBox="1"/>
          <p:nvPr>
            <p:ph type="subTitle" idx="1"/>
          </p:nvPr>
        </p:nvSpPr>
        <p:spPr>
          <a:xfrm>
            <a:off x="1176277" y="2361928"/>
            <a:ext cx="2942400" cy="1392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FFFFFF"/>
              </a:buClr>
              <a:buSzPts val="1600"/>
              <a:buNone/>
              <a:defRPr sz="1600">
                <a:solidFill>
                  <a:srgbClr val="FFFFFF"/>
                </a:solidFill>
              </a:defRPr>
            </a:lvl1pPr>
            <a:lvl2pPr lvl="1" algn="r" rtl="0">
              <a:lnSpc>
                <a:spcPct val="100000"/>
              </a:lnSpc>
              <a:spcBef>
                <a:spcPts val="0"/>
              </a:spcBef>
              <a:spcAft>
                <a:spcPts val="0"/>
              </a:spcAft>
              <a:buClr>
                <a:srgbClr val="FF87D7"/>
              </a:buClr>
              <a:buSzPts val="1900"/>
              <a:buNone/>
              <a:defRPr sz="1900">
                <a:solidFill>
                  <a:srgbClr val="FF87D7"/>
                </a:solidFill>
              </a:defRPr>
            </a:lvl2pPr>
            <a:lvl3pPr lvl="2" algn="r" rtl="0">
              <a:lnSpc>
                <a:spcPct val="100000"/>
              </a:lnSpc>
              <a:spcBef>
                <a:spcPts val="0"/>
              </a:spcBef>
              <a:spcAft>
                <a:spcPts val="0"/>
              </a:spcAft>
              <a:buClr>
                <a:srgbClr val="FF87D7"/>
              </a:buClr>
              <a:buSzPts val="1900"/>
              <a:buNone/>
              <a:defRPr sz="1900">
                <a:solidFill>
                  <a:srgbClr val="FF87D7"/>
                </a:solidFill>
              </a:defRPr>
            </a:lvl3pPr>
            <a:lvl4pPr lvl="3" algn="r" rtl="0">
              <a:lnSpc>
                <a:spcPct val="100000"/>
              </a:lnSpc>
              <a:spcBef>
                <a:spcPts val="0"/>
              </a:spcBef>
              <a:spcAft>
                <a:spcPts val="0"/>
              </a:spcAft>
              <a:buClr>
                <a:srgbClr val="FF87D7"/>
              </a:buClr>
              <a:buSzPts val="1900"/>
              <a:buNone/>
              <a:defRPr sz="1900">
                <a:solidFill>
                  <a:srgbClr val="FF87D7"/>
                </a:solidFill>
              </a:defRPr>
            </a:lvl4pPr>
            <a:lvl5pPr lvl="4" algn="r" rtl="0">
              <a:lnSpc>
                <a:spcPct val="100000"/>
              </a:lnSpc>
              <a:spcBef>
                <a:spcPts val="0"/>
              </a:spcBef>
              <a:spcAft>
                <a:spcPts val="0"/>
              </a:spcAft>
              <a:buClr>
                <a:srgbClr val="FF87D7"/>
              </a:buClr>
              <a:buSzPts val="1900"/>
              <a:buNone/>
              <a:defRPr sz="1900">
                <a:solidFill>
                  <a:srgbClr val="FF87D7"/>
                </a:solidFill>
              </a:defRPr>
            </a:lvl5pPr>
            <a:lvl6pPr lvl="5" algn="r" rtl="0">
              <a:lnSpc>
                <a:spcPct val="100000"/>
              </a:lnSpc>
              <a:spcBef>
                <a:spcPts val="0"/>
              </a:spcBef>
              <a:spcAft>
                <a:spcPts val="0"/>
              </a:spcAft>
              <a:buClr>
                <a:srgbClr val="FF87D7"/>
              </a:buClr>
              <a:buSzPts val="1900"/>
              <a:buNone/>
              <a:defRPr sz="1900">
                <a:solidFill>
                  <a:srgbClr val="FF87D7"/>
                </a:solidFill>
              </a:defRPr>
            </a:lvl6pPr>
            <a:lvl7pPr lvl="6" algn="r" rtl="0">
              <a:lnSpc>
                <a:spcPct val="100000"/>
              </a:lnSpc>
              <a:spcBef>
                <a:spcPts val="0"/>
              </a:spcBef>
              <a:spcAft>
                <a:spcPts val="0"/>
              </a:spcAft>
              <a:buClr>
                <a:srgbClr val="FF87D7"/>
              </a:buClr>
              <a:buSzPts val="1900"/>
              <a:buNone/>
              <a:defRPr sz="1900">
                <a:solidFill>
                  <a:srgbClr val="FF87D7"/>
                </a:solidFill>
              </a:defRPr>
            </a:lvl7pPr>
            <a:lvl8pPr lvl="7" algn="r" rtl="0">
              <a:lnSpc>
                <a:spcPct val="100000"/>
              </a:lnSpc>
              <a:spcBef>
                <a:spcPts val="0"/>
              </a:spcBef>
              <a:spcAft>
                <a:spcPts val="0"/>
              </a:spcAft>
              <a:buClr>
                <a:srgbClr val="FF87D7"/>
              </a:buClr>
              <a:buSzPts val="1900"/>
              <a:buNone/>
              <a:defRPr sz="1900">
                <a:solidFill>
                  <a:srgbClr val="FF87D7"/>
                </a:solidFill>
              </a:defRPr>
            </a:lvl8pPr>
            <a:lvl9pPr lvl="8" algn="r" rtl="0">
              <a:lnSpc>
                <a:spcPct val="100000"/>
              </a:lnSpc>
              <a:spcBef>
                <a:spcPts val="0"/>
              </a:spcBef>
              <a:spcAft>
                <a:spcPts val="0"/>
              </a:spcAft>
              <a:buClr>
                <a:srgbClr val="FF87D7"/>
              </a:buClr>
              <a:buSzPts val="1900"/>
              <a:buNone/>
              <a:defRPr sz="1900">
                <a:solidFill>
                  <a:srgbClr val="FF87D7"/>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subtitle 2">
  <p:cSld name="CUSTOM_6_1">
    <p:spTree>
      <p:nvGrpSpPr>
        <p:cNvPr id="215" name="Shape 215"/>
        <p:cNvGrpSpPr/>
        <p:nvPr/>
      </p:nvGrpSpPr>
      <p:grpSpPr>
        <a:xfrm>
          <a:off x="0" y="0"/>
          <a:ext cx="0" cy="0"/>
          <a:chOff x="0" y="0"/>
          <a:chExt cx="0" cy="0"/>
        </a:xfrm>
      </p:grpSpPr>
      <p:pic>
        <p:nvPicPr>
          <p:cNvPr id="216" name="Google Shape;216;p29"/>
          <p:cNvPicPr preferRelativeResize="0"/>
          <p:nvPr/>
        </p:nvPicPr>
        <p:blipFill>
          <a:blip r:embed="rId2"/>
          <a:stretch>
            <a:fillRect/>
          </a:stretch>
        </p:blipFill>
        <p:spPr>
          <a:xfrm>
            <a:off x="0" y="0"/>
            <a:ext cx="9144000" cy="5143507"/>
          </a:xfrm>
          <a:prstGeom prst="rect">
            <a:avLst/>
          </a:prstGeom>
          <a:noFill/>
          <a:ln>
            <a:noFill/>
          </a:ln>
        </p:spPr>
      </p:pic>
      <p:pic>
        <p:nvPicPr>
          <p:cNvPr id="217" name="Google Shape;217;p29"/>
          <p:cNvPicPr preferRelativeResize="0"/>
          <p:nvPr/>
        </p:nvPicPr>
        <p:blipFill rotWithShape="1">
          <a:blip r:embed="rId3"/>
          <a:srcRect l="41235" t="39703" r="40128" b="40808"/>
          <a:stretch>
            <a:fillRect/>
          </a:stretch>
        </p:blipFill>
        <p:spPr>
          <a:xfrm rot="-972643">
            <a:off x="556325" y="3492474"/>
            <a:ext cx="958478" cy="1002376"/>
          </a:xfrm>
          <a:prstGeom prst="rect">
            <a:avLst/>
          </a:prstGeom>
          <a:noFill/>
          <a:ln>
            <a:noFill/>
          </a:ln>
        </p:spPr>
      </p:pic>
      <p:pic>
        <p:nvPicPr>
          <p:cNvPr id="218" name="Google Shape;218;p29"/>
          <p:cNvPicPr preferRelativeResize="0"/>
          <p:nvPr/>
        </p:nvPicPr>
        <p:blipFill rotWithShape="1">
          <a:blip r:embed="rId4"/>
          <a:srcRect l="29180" t="44839" r="28356" b="29298"/>
          <a:stretch>
            <a:fillRect/>
          </a:stretch>
        </p:blipFill>
        <p:spPr>
          <a:xfrm>
            <a:off x="6886100" y="0"/>
            <a:ext cx="1962075" cy="1195074"/>
          </a:xfrm>
          <a:prstGeom prst="rect">
            <a:avLst/>
          </a:prstGeom>
          <a:noFill/>
          <a:ln>
            <a:noFill/>
          </a:ln>
        </p:spPr>
      </p:pic>
      <p:sp>
        <p:nvSpPr>
          <p:cNvPr id="219" name="Google Shape;219;p29"/>
          <p:cNvSpPr txBox="1"/>
          <p:nvPr>
            <p:ph type="title"/>
          </p:nvPr>
        </p:nvSpPr>
        <p:spPr>
          <a:xfrm>
            <a:off x="5031050" y="1766522"/>
            <a:ext cx="2942400" cy="657900"/>
          </a:xfrm>
          <a:prstGeom prst="rect">
            <a:avLst/>
          </a:prstGeom>
        </p:spPr>
        <p:txBody>
          <a:bodyPr spcFirstLastPara="1" wrap="square" lIns="91425" tIns="91425" rIns="91425" bIns="91425" anchor="ctr" anchorCtr="0">
            <a:noAutofit/>
          </a:bodyPr>
          <a:lstStyle>
            <a:lvl1pPr lvl="0" algn="l" rtl="0">
              <a:lnSpc>
                <a:spcPct val="90000"/>
              </a:lnSpc>
              <a:spcBef>
                <a:spcPts val="0"/>
              </a:spcBef>
              <a:spcAft>
                <a:spcPts val="0"/>
              </a:spcAft>
              <a:buClr>
                <a:srgbClr val="FF87D7"/>
              </a:buClr>
              <a:buSzPts val="3000"/>
              <a:buFont typeface="Oswald Regular"/>
              <a:buNone/>
              <a:defRPr sz="3000">
                <a:solidFill>
                  <a:srgbClr val="FF87D7"/>
                </a:solidFill>
                <a:latin typeface="Oswald Regular"/>
                <a:ea typeface="Oswald Regular"/>
                <a:cs typeface="Oswald Regular"/>
                <a:sym typeface="Oswald Regular"/>
              </a:defRPr>
            </a:lvl1pPr>
            <a:lvl2pPr lvl="1" algn="l" rtl="0">
              <a:lnSpc>
                <a:spcPct val="90000"/>
              </a:lnSpc>
              <a:spcBef>
                <a:spcPts val="0"/>
              </a:spcBef>
              <a:spcAft>
                <a:spcPts val="0"/>
              </a:spcAft>
              <a:buSzPts val="4200"/>
              <a:buNone/>
              <a:defRPr sz="4200"/>
            </a:lvl2pPr>
            <a:lvl3pPr lvl="2" algn="l" rtl="0">
              <a:lnSpc>
                <a:spcPct val="90000"/>
              </a:lnSpc>
              <a:spcBef>
                <a:spcPts val="0"/>
              </a:spcBef>
              <a:spcAft>
                <a:spcPts val="0"/>
              </a:spcAft>
              <a:buSzPts val="4200"/>
              <a:buNone/>
              <a:defRPr sz="4200"/>
            </a:lvl3pPr>
            <a:lvl4pPr lvl="3" algn="l" rtl="0">
              <a:lnSpc>
                <a:spcPct val="90000"/>
              </a:lnSpc>
              <a:spcBef>
                <a:spcPts val="0"/>
              </a:spcBef>
              <a:spcAft>
                <a:spcPts val="0"/>
              </a:spcAft>
              <a:buSzPts val="4200"/>
              <a:buNone/>
              <a:defRPr sz="4200"/>
            </a:lvl4pPr>
            <a:lvl5pPr lvl="4" algn="l" rtl="0">
              <a:lnSpc>
                <a:spcPct val="90000"/>
              </a:lnSpc>
              <a:spcBef>
                <a:spcPts val="0"/>
              </a:spcBef>
              <a:spcAft>
                <a:spcPts val="0"/>
              </a:spcAft>
              <a:buSzPts val="4200"/>
              <a:buNone/>
              <a:defRPr sz="4200"/>
            </a:lvl5pPr>
            <a:lvl6pPr lvl="5" algn="l" rtl="0">
              <a:lnSpc>
                <a:spcPct val="90000"/>
              </a:lnSpc>
              <a:spcBef>
                <a:spcPts val="0"/>
              </a:spcBef>
              <a:spcAft>
                <a:spcPts val="0"/>
              </a:spcAft>
              <a:buSzPts val="4200"/>
              <a:buNone/>
              <a:defRPr sz="4200"/>
            </a:lvl6pPr>
            <a:lvl7pPr lvl="6" algn="l" rtl="0">
              <a:lnSpc>
                <a:spcPct val="90000"/>
              </a:lnSpc>
              <a:spcBef>
                <a:spcPts val="0"/>
              </a:spcBef>
              <a:spcAft>
                <a:spcPts val="0"/>
              </a:spcAft>
              <a:buSzPts val="4200"/>
              <a:buNone/>
              <a:defRPr sz="4200"/>
            </a:lvl7pPr>
            <a:lvl8pPr lvl="7" algn="l" rtl="0">
              <a:lnSpc>
                <a:spcPct val="90000"/>
              </a:lnSpc>
              <a:spcBef>
                <a:spcPts val="0"/>
              </a:spcBef>
              <a:spcAft>
                <a:spcPts val="0"/>
              </a:spcAft>
              <a:buSzPts val="4200"/>
              <a:buNone/>
              <a:defRPr sz="4200"/>
            </a:lvl8pPr>
            <a:lvl9pPr lvl="8" algn="l" rtl="0">
              <a:lnSpc>
                <a:spcPct val="90000"/>
              </a:lnSpc>
              <a:spcBef>
                <a:spcPts val="0"/>
              </a:spcBef>
              <a:spcAft>
                <a:spcPts val="0"/>
              </a:spcAft>
              <a:buSzPts val="4200"/>
              <a:buNone/>
              <a:defRPr sz="4200"/>
            </a:lvl9pPr>
          </a:lstStyle>
          <a:p/>
        </p:txBody>
      </p:sp>
      <p:sp>
        <p:nvSpPr>
          <p:cNvPr id="220" name="Google Shape;220;p29"/>
          <p:cNvSpPr txBox="1"/>
          <p:nvPr>
            <p:ph type="subTitle" idx="1"/>
          </p:nvPr>
        </p:nvSpPr>
        <p:spPr>
          <a:xfrm>
            <a:off x="5031049" y="2361928"/>
            <a:ext cx="2942400" cy="1392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600"/>
              <a:buNone/>
              <a:defRPr sz="1600">
                <a:solidFill>
                  <a:schemeClr val="lt1"/>
                </a:solidFill>
              </a:defRPr>
            </a:lvl1pPr>
            <a:lvl2pPr lvl="1" rtl="0">
              <a:lnSpc>
                <a:spcPct val="100000"/>
              </a:lnSpc>
              <a:spcBef>
                <a:spcPts val="0"/>
              </a:spcBef>
              <a:spcAft>
                <a:spcPts val="0"/>
              </a:spcAft>
              <a:buClr>
                <a:srgbClr val="FF87D7"/>
              </a:buClr>
              <a:buSzPts val="1900"/>
              <a:buNone/>
              <a:defRPr sz="1900">
                <a:solidFill>
                  <a:srgbClr val="FF87D7"/>
                </a:solidFill>
              </a:defRPr>
            </a:lvl2pPr>
            <a:lvl3pPr lvl="2" rtl="0">
              <a:lnSpc>
                <a:spcPct val="100000"/>
              </a:lnSpc>
              <a:spcBef>
                <a:spcPts val="0"/>
              </a:spcBef>
              <a:spcAft>
                <a:spcPts val="0"/>
              </a:spcAft>
              <a:buClr>
                <a:srgbClr val="FF87D7"/>
              </a:buClr>
              <a:buSzPts val="1900"/>
              <a:buNone/>
              <a:defRPr sz="1900">
                <a:solidFill>
                  <a:srgbClr val="FF87D7"/>
                </a:solidFill>
              </a:defRPr>
            </a:lvl3pPr>
            <a:lvl4pPr lvl="3" rtl="0">
              <a:lnSpc>
                <a:spcPct val="100000"/>
              </a:lnSpc>
              <a:spcBef>
                <a:spcPts val="0"/>
              </a:spcBef>
              <a:spcAft>
                <a:spcPts val="0"/>
              </a:spcAft>
              <a:buClr>
                <a:srgbClr val="FF87D7"/>
              </a:buClr>
              <a:buSzPts val="1900"/>
              <a:buNone/>
              <a:defRPr sz="1900">
                <a:solidFill>
                  <a:srgbClr val="FF87D7"/>
                </a:solidFill>
              </a:defRPr>
            </a:lvl4pPr>
            <a:lvl5pPr lvl="4" rtl="0">
              <a:lnSpc>
                <a:spcPct val="100000"/>
              </a:lnSpc>
              <a:spcBef>
                <a:spcPts val="0"/>
              </a:spcBef>
              <a:spcAft>
                <a:spcPts val="0"/>
              </a:spcAft>
              <a:buClr>
                <a:srgbClr val="FF87D7"/>
              </a:buClr>
              <a:buSzPts val="1900"/>
              <a:buNone/>
              <a:defRPr sz="1900">
                <a:solidFill>
                  <a:srgbClr val="FF87D7"/>
                </a:solidFill>
              </a:defRPr>
            </a:lvl5pPr>
            <a:lvl6pPr lvl="5" rtl="0">
              <a:lnSpc>
                <a:spcPct val="100000"/>
              </a:lnSpc>
              <a:spcBef>
                <a:spcPts val="0"/>
              </a:spcBef>
              <a:spcAft>
                <a:spcPts val="0"/>
              </a:spcAft>
              <a:buClr>
                <a:srgbClr val="FF87D7"/>
              </a:buClr>
              <a:buSzPts val="1900"/>
              <a:buNone/>
              <a:defRPr sz="1900">
                <a:solidFill>
                  <a:srgbClr val="FF87D7"/>
                </a:solidFill>
              </a:defRPr>
            </a:lvl6pPr>
            <a:lvl7pPr lvl="6" rtl="0">
              <a:lnSpc>
                <a:spcPct val="100000"/>
              </a:lnSpc>
              <a:spcBef>
                <a:spcPts val="0"/>
              </a:spcBef>
              <a:spcAft>
                <a:spcPts val="0"/>
              </a:spcAft>
              <a:buClr>
                <a:srgbClr val="FF87D7"/>
              </a:buClr>
              <a:buSzPts val="1900"/>
              <a:buNone/>
              <a:defRPr sz="1900">
                <a:solidFill>
                  <a:srgbClr val="FF87D7"/>
                </a:solidFill>
              </a:defRPr>
            </a:lvl7pPr>
            <a:lvl8pPr lvl="7" rtl="0">
              <a:lnSpc>
                <a:spcPct val="100000"/>
              </a:lnSpc>
              <a:spcBef>
                <a:spcPts val="0"/>
              </a:spcBef>
              <a:spcAft>
                <a:spcPts val="0"/>
              </a:spcAft>
              <a:buClr>
                <a:srgbClr val="FF87D7"/>
              </a:buClr>
              <a:buSzPts val="1900"/>
              <a:buNone/>
              <a:defRPr sz="1900">
                <a:solidFill>
                  <a:srgbClr val="FF87D7"/>
                </a:solidFill>
              </a:defRPr>
            </a:lvl8pPr>
            <a:lvl9pPr lvl="8" rtl="0">
              <a:lnSpc>
                <a:spcPct val="100000"/>
              </a:lnSpc>
              <a:spcBef>
                <a:spcPts val="0"/>
              </a:spcBef>
              <a:spcAft>
                <a:spcPts val="0"/>
              </a:spcAft>
              <a:buClr>
                <a:srgbClr val="FF87D7"/>
              </a:buClr>
              <a:buSzPts val="1900"/>
              <a:buNone/>
              <a:defRPr sz="1900">
                <a:solidFill>
                  <a:srgbClr val="FF87D7"/>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wo lists">
  <p:cSld name="CUSTOM_16">
    <p:spTree>
      <p:nvGrpSpPr>
        <p:cNvPr id="221" name="Shape 221"/>
        <p:cNvGrpSpPr/>
        <p:nvPr/>
      </p:nvGrpSpPr>
      <p:grpSpPr>
        <a:xfrm>
          <a:off x="0" y="0"/>
          <a:ext cx="0" cy="0"/>
          <a:chOff x="0" y="0"/>
          <a:chExt cx="0" cy="0"/>
        </a:xfrm>
      </p:grpSpPr>
      <p:pic>
        <p:nvPicPr>
          <p:cNvPr id="222" name="Google Shape;222;p30"/>
          <p:cNvPicPr preferRelativeResize="0"/>
          <p:nvPr/>
        </p:nvPicPr>
        <p:blipFill>
          <a:blip r:embed="rId2"/>
          <a:stretch>
            <a:fillRect/>
          </a:stretch>
        </p:blipFill>
        <p:spPr>
          <a:xfrm>
            <a:off x="0" y="0"/>
            <a:ext cx="9144000" cy="5143507"/>
          </a:xfrm>
          <a:prstGeom prst="rect">
            <a:avLst/>
          </a:prstGeom>
          <a:noFill/>
          <a:ln>
            <a:noFill/>
          </a:ln>
        </p:spPr>
      </p:pic>
      <p:sp>
        <p:nvSpPr>
          <p:cNvPr id="223" name="Google Shape;223;p30"/>
          <p:cNvSpPr txBox="1"/>
          <p:nvPr>
            <p:ph type="body" idx="1"/>
          </p:nvPr>
        </p:nvSpPr>
        <p:spPr>
          <a:xfrm>
            <a:off x="1361788" y="1799829"/>
            <a:ext cx="3081000" cy="2565900"/>
          </a:xfrm>
          <a:prstGeom prst="rect">
            <a:avLst/>
          </a:prstGeom>
        </p:spPr>
        <p:txBody>
          <a:bodyPr spcFirstLastPara="1" wrap="square" lIns="91425" tIns="91425" rIns="91425" bIns="91425" anchor="t" anchorCtr="0">
            <a:noAutofit/>
          </a:bodyPr>
          <a:lstStyle>
            <a:lvl1pPr marL="457200" lvl="0" indent="-330200" rtl="0">
              <a:lnSpc>
                <a:spcPct val="100000"/>
              </a:lnSpc>
              <a:spcBef>
                <a:spcPts val="0"/>
              </a:spcBef>
              <a:spcAft>
                <a:spcPts val="0"/>
              </a:spcAft>
              <a:buSzPts val="1600"/>
              <a:buChar char="●"/>
              <a:defRPr sz="1600"/>
            </a:lvl1pPr>
            <a:lvl2pPr marL="914400" lvl="1" indent="-330200" rtl="0">
              <a:lnSpc>
                <a:spcPct val="100000"/>
              </a:lnSpc>
              <a:spcBef>
                <a:spcPts val="1600"/>
              </a:spcBef>
              <a:spcAft>
                <a:spcPts val="0"/>
              </a:spcAft>
              <a:buSzPts val="1600"/>
              <a:buChar char="○"/>
              <a:defRPr sz="1600"/>
            </a:lvl2pPr>
            <a:lvl3pPr marL="1371600" lvl="2" indent="-330200" rtl="0">
              <a:lnSpc>
                <a:spcPct val="100000"/>
              </a:lnSpc>
              <a:spcBef>
                <a:spcPts val="1600"/>
              </a:spcBef>
              <a:spcAft>
                <a:spcPts val="0"/>
              </a:spcAft>
              <a:buSzPts val="1600"/>
              <a:buChar char="■"/>
              <a:defRPr sz="1600"/>
            </a:lvl3pPr>
            <a:lvl4pPr marL="1828800" lvl="3" indent="-330200" rtl="0">
              <a:lnSpc>
                <a:spcPct val="100000"/>
              </a:lnSpc>
              <a:spcBef>
                <a:spcPts val="1600"/>
              </a:spcBef>
              <a:spcAft>
                <a:spcPts val="0"/>
              </a:spcAft>
              <a:buSzPts val="1600"/>
              <a:buChar char="●"/>
              <a:defRPr sz="1600"/>
            </a:lvl4pPr>
            <a:lvl5pPr marL="2286000" lvl="4" indent="-330200" rtl="0">
              <a:lnSpc>
                <a:spcPct val="100000"/>
              </a:lnSpc>
              <a:spcBef>
                <a:spcPts val="1600"/>
              </a:spcBef>
              <a:spcAft>
                <a:spcPts val="0"/>
              </a:spcAft>
              <a:buSzPts val="1600"/>
              <a:buChar char="○"/>
              <a:defRPr sz="1600"/>
            </a:lvl5pPr>
            <a:lvl6pPr marL="2743200" lvl="5" indent="-330200" rtl="0">
              <a:lnSpc>
                <a:spcPct val="100000"/>
              </a:lnSpc>
              <a:spcBef>
                <a:spcPts val="1600"/>
              </a:spcBef>
              <a:spcAft>
                <a:spcPts val="0"/>
              </a:spcAft>
              <a:buSzPts val="1600"/>
              <a:buChar char="■"/>
              <a:defRPr sz="1600"/>
            </a:lvl6pPr>
            <a:lvl7pPr marL="3200400" lvl="6" indent="-330200" rtl="0">
              <a:lnSpc>
                <a:spcPct val="100000"/>
              </a:lnSpc>
              <a:spcBef>
                <a:spcPts val="1600"/>
              </a:spcBef>
              <a:spcAft>
                <a:spcPts val="0"/>
              </a:spcAft>
              <a:buSzPts val="1600"/>
              <a:buChar char="●"/>
              <a:defRPr sz="1600"/>
            </a:lvl7pPr>
            <a:lvl8pPr marL="3657600" lvl="7" indent="-330200" rtl="0">
              <a:lnSpc>
                <a:spcPct val="100000"/>
              </a:lnSpc>
              <a:spcBef>
                <a:spcPts val="1600"/>
              </a:spcBef>
              <a:spcAft>
                <a:spcPts val="0"/>
              </a:spcAft>
              <a:buSzPts val="1600"/>
              <a:buChar char="○"/>
              <a:defRPr sz="1600"/>
            </a:lvl8pPr>
            <a:lvl9pPr marL="4114800" lvl="8" indent="-330200" rtl="0">
              <a:lnSpc>
                <a:spcPct val="100000"/>
              </a:lnSpc>
              <a:spcBef>
                <a:spcPts val="1600"/>
              </a:spcBef>
              <a:spcAft>
                <a:spcPts val="1600"/>
              </a:spcAft>
              <a:buSzPts val="1600"/>
              <a:buChar char="■"/>
              <a:defRPr sz="1600"/>
            </a:lvl9pPr>
          </a:lstStyle>
          <a:p/>
        </p:txBody>
      </p:sp>
      <p:sp>
        <p:nvSpPr>
          <p:cNvPr id="224" name="Google Shape;224;p30"/>
          <p:cNvSpPr txBox="1"/>
          <p:nvPr>
            <p:ph type="title"/>
          </p:nvPr>
        </p:nvSpPr>
        <p:spPr>
          <a:xfrm>
            <a:off x="720000" y="445806"/>
            <a:ext cx="77040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2pPr>
            <a:lvl3pPr lvl="2"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3pPr>
            <a:lvl4pPr lvl="3"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4pPr>
            <a:lvl5pPr lvl="4"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5pPr>
            <a:lvl6pPr lvl="5"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6pPr>
            <a:lvl7pPr lvl="6"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7pPr>
            <a:lvl8pPr lvl="7"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8pPr>
            <a:lvl9pPr lvl="8"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9pPr>
          </a:lstStyle>
          <a:p/>
        </p:txBody>
      </p:sp>
      <p:sp>
        <p:nvSpPr>
          <p:cNvPr id="225" name="Google Shape;225;p30"/>
          <p:cNvSpPr txBox="1"/>
          <p:nvPr>
            <p:ph type="body" idx="2"/>
          </p:nvPr>
        </p:nvSpPr>
        <p:spPr>
          <a:xfrm>
            <a:off x="4701212" y="1799829"/>
            <a:ext cx="3081000" cy="2565900"/>
          </a:xfrm>
          <a:prstGeom prst="rect">
            <a:avLst/>
          </a:prstGeom>
        </p:spPr>
        <p:txBody>
          <a:bodyPr spcFirstLastPara="1" wrap="square" lIns="91425" tIns="91425" rIns="91425" bIns="91425" anchor="t" anchorCtr="0">
            <a:noAutofit/>
          </a:bodyPr>
          <a:lstStyle>
            <a:lvl1pPr marL="457200" lvl="0" indent="-330200" rtl="0">
              <a:lnSpc>
                <a:spcPct val="100000"/>
              </a:lnSpc>
              <a:spcBef>
                <a:spcPts val="0"/>
              </a:spcBef>
              <a:spcAft>
                <a:spcPts val="0"/>
              </a:spcAft>
              <a:buSzPts val="1600"/>
              <a:buChar char="●"/>
              <a:defRPr sz="1600"/>
            </a:lvl1pPr>
            <a:lvl2pPr marL="914400" lvl="1" indent="-330200" rtl="0">
              <a:lnSpc>
                <a:spcPct val="100000"/>
              </a:lnSpc>
              <a:spcBef>
                <a:spcPts val="1600"/>
              </a:spcBef>
              <a:spcAft>
                <a:spcPts val="0"/>
              </a:spcAft>
              <a:buSzPts val="1600"/>
              <a:buChar char="○"/>
              <a:defRPr sz="1600"/>
            </a:lvl2pPr>
            <a:lvl3pPr marL="1371600" lvl="2" indent="-330200" rtl="0">
              <a:lnSpc>
                <a:spcPct val="100000"/>
              </a:lnSpc>
              <a:spcBef>
                <a:spcPts val="1600"/>
              </a:spcBef>
              <a:spcAft>
                <a:spcPts val="0"/>
              </a:spcAft>
              <a:buSzPts val="1600"/>
              <a:buChar char="■"/>
              <a:defRPr sz="1600"/>
            </a:lvl3pPr>
            <a:lvl4pPr marL="1828800" lvl="3" indent="-330200" rtl="0">
              <a:lnSpc>
                <a:spcPct val="100000"/>
              </a:lnSpc>
              <a:spcBef>
                <a:spcPts val="1600"/>
              </a:spcBef>
              <a:spcAft>
                <a:spcPts val="0"/>
              </a:spcAft>
              <a:buSzPts val="1600"/>
              <a:buChar char="●"/>
              <a:defRPr sz="1600"/>
            </a:lvl4pPr>
            <a:lvl5pPr marL="2286000" lvl="4" indent="-330200" rtl="0">
              <a:lnSpc>
                <a:spcPct val="100000"/>
              </a:lnSpc>
              <a:spcBef>
                <a:spcPts val="1600"/>
              </a:spcBef>
              <a:spcAft>
                <a:spcPts val="0"/>
              </a:spcAft>
              <a:buSzPts val="1600"/>
              <a:buChar char="○"/>
              <a:defRPr sz="1600"/>
            </a:lvl5pPr>
            <a:lvl6pPr marL="2743200" lvl="5" indent="-330200" rtl="0">
              <a:lnSpc>
                <a:spcPct val="100000"/>
              </a:lnSpc>
              <a:spcBef>
                <a:spcPts val="1600"/>
              </a:spcBef>
              <a:spcAft>
                <a:spcPts val="0"/>
              </a:spcAft>
              <a:buSzPts val="1600"/>
              <a:buChar char="■"/>
              <a:defRPr sz="1600"/>
            </a:lvl6pPr>
            <a:lvl7pPr marL="3200400" lvl="6" indent="-330200" rtl="0">
              <a:lnSpc>
                <a:spcPct val="100000"/>
              </a:lnSpc>
              <a:spcBef>
                <a:spcPts val="1600"/>
              </a:spcBef>
              <a:spcAft>
                <a:spcPts val="0"/>
              </a:spcAft>
              <a:buSzPts val="1600"/>
              <a:buChar char="●"/>
              <a:defRPr sz="1600"/>
            </a:lvl7pPr>
            <a:lvl8pPr marL="3657600" lvl="7" indent="-330200" rtl="0">
              <a:lnSpc>
                <a:spcPct val="100000"/>
              </a:lnSpc>
              <a:spcBef>
                <a:spcPts val="1600"/>
              </a:spcBef>
              <a:spcAft>
                <a:spcPts val="0"/>
              </a:spcAft>
              <a:buSzPts val="1600"/>
              <a:buChar char="○"/>
              <a:defRPr sz="1600"/>
            </a:lvl8pPr>
            <a:lvl9pPr marL="4114800" lvl="8" indent="-330200" rtl="0">
              <a:lnSpc>
                <a:spcPct val="100000"/>
              </a:lnSpc>
              <a:spcBef>
                <a:spcPts val="1600"/>
              </a:spcBef>
              <a:spcAft>
                <a:spcPts val="1600"/>
              </a:spcAft>
              <a:buSzPts val="1600"/>
              <a:buChar char="■"/>
              <a:defRPr sz="1600"/>
            </a:lvl9pPr>
          </a:lstStyle>
          <a:p/>
        </p:txBody>
      </p:sp>
      <p:pic>
        <p:nvPicPr>
          <p:cNvPr id="226" name="Google Shape;226;p30"/>
          <p:cNvPicPr preferRelativeResize="0"/>
          <p:nvPr/>
        </p:nvPicPr>
        <p:blipFill rotWithShape="1">
          <a:blip r:embed="rId3"/>
          <a:srcRect l="45871" t="39703" r="40129" b="40808"/>
          <a:stretch>
            <a:fillRect/>
          </a:stretch>
        </p:blipFill>
        <p:spPr>
          <a:xfrm>
            <a:off x="1" y="3817200"/>
            <a:ext cx="720000" cy="1002375"/>
          </a:xfrm>
          <a:prstGeom prst="rect">
            <a:avLst/>
          </a:prstGeom>
          <a:noFill/>
          <a:ln>
            <a:noFill/>
          </a:ln>
        </p:spPr>
      </p:pic>
      <p:pic>
        <p:nvPicPr>
          <p:cNvPr id="227" name="Google Shape;227;p30"/>
          <p:cNvPicPr preferRelativeResize="0"/>
          <p:nvPr/>
        </p:nvPicPr>
        <p:blipFill rotWithShape="1">
          <a:blip r:embed="rId4"/>
          <a:srcRect l="29180" t="44839" r="28356" b="29298"/>
          <a:stretch>
            <a:fillRect/>
          </a:stretch>
        </p:blipFill>
        <p:spPr>
          <a:xfrm rot="5400000">
            <a:off x="7565425" y="1126550"/>
            <a:ext cx="1962075" cy="1195074"/>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hree columns 3">
  <p:cSld name="CUSTOM_12_1">
    <p:spTree>
      <p:nvGrpSpPr>
        <p:cNvPr id="228" name="Shape 228"/>
        <p:cNvGrpSpPr/>
        <p:nvPr/>
      </p:nvGrpSpPr>
      <p:grpSpPr>
        <a:xfrm>
          <a:off x="0" y="0"/>
          <a:ext cx="0" cy="0"/>
          <a:chOff x="0" y="0"/>
          <a:chExt cx="0" cy="0"/>
        </a:xfrm>
      </p:grpSpPr>
      <p:pic>
        <p:nvPicPr>
          <p:cNvPr id="229" name="Google Shape;229;p31"/>
          <p:cNvPicPr preferRelativeResize="0"/>
          <p:nvPr/>
        </p:nvPicPr>
        <p:blipFill>
          <a:blip r:embed="rId2"/>
          <a:stretch>
            <a:fillRect/>
          </a:stretch>
        </p:blipFill>
        <p:spPr>
          <a:xfrm>
            <a:off x="0" y="0"/>
            <a:ext cx="9144000" cy="5143507"/>
          </a:xfrm>
          <a:prstGeom prst="rect">
            <a:avLst/>
          </a:prstGeom>
          <a:noFill/>
          <a:ln>
            <a:noFill/>
          </a:ln>
        </p:spPr>
      </p:pic>
      <p:sp>
        <p:nvSpPr>
          <p:cNvPr id="230" name="Google Shape;230;p31"/>
          <p:cNvSpPr txBox="1"/>
          <p:nvPr>
            <p:ph type="title"/>
          </p:nvPr>
        </p:nvSpPr>
        <p:spPr>
          <a:xfrm>
            <a:off x="720000" y="445806"/>
            <a:ext cx="77040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2pPr>
            <a:lvl3pPr lvl="2"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3pPr>
            <a:lvl4pPr lvl="3"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4pPr>
            <a:lvl5pPr lvl="4"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5pPr>
            <a:lvl6pPr lvl="5"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6pPr>
            <a:lvl7pPr lvl="6"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7pPr>
            <a:lvl8pPr lvl="7"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8pPr>
            <a:lvl9pPr lvl="8" rtl="0">
              <a:spcBef>
                <a:spcPts val="0"/>
              </a:spcBef>
              <a:spcAft>
                <a:spcPts val="0"/>
              </a:spcAft>
              <a:buSzPts val="3000"/>
              <a:buFont typeface="Palanquin Dark" panose="020B0004020203020204"/>
              <a:buNone/>
              <a:defRPr>
                <a:latin typeface="Palanquin Dark" panose="020B0004020203020204"/>
                <a:ea typeface="Palanquin Dark" panose="020B0004020203020204"/>
                <a:cs typeface="Palanquin Dark" panose="020B0004020203020204"/>
                <a:sym typeface="Palanquin Dark" panose="020B0004020203020204"/>
              </a:defRPr>
            </a:lvl9pPr>
          </a:lstStyle>
          <a:p/>
        </p:txBody>
      </p:sp>
      <p:sp>
        <p:nvSpPr>
          <p:cNvPr id="231" name="Google Shape;231;p31"/>
          <p:cNvSpPr txBox="1"/>
          <p:nvPr>
            <p:ph type="ctrTitle" idx="2"/>
          </p:nvPr>
        </p:nvSpPr>
        <p:spPr>
          <a:xfrm flipH="1">
            <a:off x="5171250" y="4265450"/>
            <a:ext cx="2671200" cy="384600"/>
          </a:xfrm>
          <a:prstGeom prst="rect">
            <a:avLst/>
          </a:prstGeom>
          <a:noFill/>
        </p:spPr>
        <p:txBody>
          <a:bodyPr spcFirstLastPara="1" wrap="square" lIns="91425" tIns="91425" rIns="91425" bIns="91425" anchor="t" anchorCtr="0">
            <a:noAutofit/>
          </a:bodyPr>
          <a:lstStyle>
            <a:lvl1pPr lvl="0" algn="l" rtl="0">
              <a:spcBef>
                <a:spcPts val="0"/>
              </a:spcBef>
              <a:spcAft>
                <a:spcPts val="0"/>
              </a:spcAft>
              <a:buSzPts val="2000"/>
              <a:buFont typeface="Oswald"/>
              <a:buNone/>
              <a:defRPr sz="2000">
                <a:latin typeface="Oswald"/>
                <a:ea typeface="Oswald"/>
                <a:cs typeface="Oswald"/>
                <a:sym typeface="Oswald"/>
              </a:defRPr>
            </a:lvl1pPr>
            <a:lvl2pPr lvl="1" algn="l" rtl="0">
              <a:spcBef>
                <a:spcPts val="0"/>
              </a:spcBef>
              <a:spcAft>
                <a:spcPts val="0"/>
              </a:spcAft>
              <a:buSzPts val="2000"/>
              <a:buFont typeface="Oswald"/>
              <a:buNone/>
              <a:defRPr sz="2000">
                <a:latin typeface="Oswald"/>
                <a:ea typeface="Oswald"/>
                <a:cs typeface="Oswald"/>
                <a:sym typeface="Oswald"/>
              </a:defRPr>
            </a:lvl2pPr>
            <a:lvl3pPr lvl="2" algn="l" rtl="0">
              <a:spcBef>
                <a:spcPts val="0"/>
              </a:spcBef>
              <a:spcAft>
                <a:spcPts val="0"/>
              </a:spcAft>
              <a:buSzPts val="2000"/>
              <a:buFont typeface="Oswald"/>
              <a:buNone/>
              <a:defRPr sz="2000">
                <a:latin typeface="Oswald"/>
                <a:ea typeface="Oswald"/>
                <a:cs typeface="Oswald"/>
                <a:sym typeface="Oswald"/>
              </a:defRPr>
            </a:lvl3pPr>
            <a:lvl4pPr lvl="3" algn="l" rtl="0">
              <a:spcBef>
                <a:spcPts val="0"/>
              </a:spcBef>
              <a:spcAft>
                <a:spcPts val="0"/>
              </a:spcAft>
              <a:buSzPts val="2000"/>
              <a:buFont typeface="Oswald"/>
              <a:buNone/>
              <a:defRPr sz="2000">
                <a:latin typeface="Oswald"/>
                <a:ea typeface="Oswald"/>
                <a:cs typeface="Oswald"/>
                <a:sym typeface="Oswald"/>
              </a:defRPr>
            </a:lvl4pPr>
            <a:lvl5pPr lvl="4" algn="l" rtl="0">
              <a:spcBef>
                <a:spcPts val="0"/>
              </a:spcBef>
              <a:spcAft>
                <a:spcPts val="0"/>
              </a:spcAft>
              <a:buSzPts val="2000"/>
              <a:buFont typeface="Oswald"/>
              <a:buNone/>
              <a:defRPr sz="2000">
                <a:latin typeface="Oswald"/>
                <a:ea typeface="Oswald"/>
                <a:cs typeface="Oswald"/>
                <a:sym typeface="Oswald"/>
              </a:defRPr>
            </a:lvl5pPr>
            <a:lvl6pPr lvl="5" algn="l" rtl="0">
              <a:spcBef>
                <a:spcPts val="0"/>
              </a:spcBef>
              <a:spcAft>
                <a:spcPts val="0"/>
              </a:spcAft>
              <a:buSzPts val="2000"/>
              <a:buFont typeface="Oswald"/>
              <a:buNone/>
              <a:defRPr sz="2000">
                <a:latin typeface="Oswald"/>
                <a:ea typeface="Oswald"/>
                <a:cs typeface="Oswald"/>
                <a:sym typeface="Oswald"/>
              </a:defRPr>
            </a:lvl6pPr>
            <a:lvl7pPr lvl="6" algn="l" rtl="0">
              <a:spcBef>
                <a:spcPts val="0"/>
              </a:spcBef>
              <a:spcAft>
                <a:spcPts val="0"/>
              </a:spcAft>
              <a:buSzPts val="2000"/>
              <a:buFont typeface="Oswald"/>
              <a:buNone/>
              <a:defRPr sz="2000">
                <a:latin typeface="Oswald"/>
                <a:ea typeface="Oswald"/>
                <a:cs typeface="Oswald"/>
                <a:sym typeface="Oswald"/>
              </a:defRPr>
            </a:lvl7pPr>
            <a:lvl8pPr lvl="7" algn="l" rtl="0">
              <a:spcBef>
                <a:spcPts val="0"/>
              </a:spcBef>
              <a:spcAft>
                <a:spcPts val="0"/>
              </a:spcAft>
              <a:buSzPts val="2000"/>
              <a:buFont typeface="Oswald"/>
              <a:buNone/>
              <a:defRPr sz="2000">
                <a:latin typeface="Oswald"/>
                <a:ea typeface="Oswald"/>
                <a:cs typeface="Oswald"/>
                <a:sym typeface="Oswald"/>
              </a:defRPr>
            </a:lvl8pPr>
            <a:lvl9pPr lvl="8" algn="l" rtl="0">
              <a:spcBef>
                <a:spcPts val="0"/>
              </a:spcBef>
              <a:spcAft>
                <a:spcPts val="0"/>
              </a:spcAft>
              <a:buSzPts val="2000"/>
              <a:buFont typeface="Oswald"/>
              <a:buNone/>
              <a:defRPr sz="2000">
                <a:latin typeface="Oswald"/>
                <a:ea typeface="Oswald"/>
                <a:cs typeface="Oswald"/>
                <a:sym typeface="Oswald"/>
              </a:defRPr>
            </a:lvl9pPr>
          </a:lstStyle>
          <a:p/>
        </p:txBody>
      </p:sp>
      <p:sp>
        <p:nvSpPr>
          <p:cNvPr id="232" name="Google Shape;232;p31"/>
          <p:cNvSpPr txBox="1"/>
          <p:nvPr>
            <p:ph type="subTitle" idx="1"/>
          </p:nvPr>
        </p:nvSpPr>
        <p:spPr>
          <a:xfrm flipH="1">
            <a:off x="5171250" y="3471822"/>
            <a:ext cx="2671200" cy="896700"/>
          </a:xfrm>
          <a:prstGeom prst="rect">
            <a:avLst/>
          </a:prstGeom>
          <a:noFill/>
        </p:spPr>
        <p:txBody>
          <a:bodyPr spcFirstLastPara="1" wrap="square" lIns="91425" tIns="91425" rIns="91425" bIns="91425" anchor="b" anchorCtr="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233" name="Google Shape;233;p31"/>
          <p:cNvSpPr txBox="1"/>
          <p:nvPr>
            <p:ph type="ctrTitle" idx="3"/>
          </p:nvPr>
        </p:nvSpPr>
        <p:spPr>
          <a:xfrm flipH="1">
            <a:off x="5171250" y="3129225"/>
            <a:ext cx="2671200" cy="384600"/>
          </a:xfrm>
          <a:prstGeom prst="rect">
            <a:avLst/>
          </a:prstGeom>
          <a:noFill/>
        </p:spPr>
        <p:txBody>
          <a:bodyPr spcFirstLastPara="1" wrap="square" lIns="91425" tIns="91425" rIns="91425" bIns="91425" anchor="t" anchorCtr="0">
            <a:noAutofit/>
          </a:bodyPr>
          <a:lstStyle>
            <a:lvl1pPr lvl="0" algn="l" rtl="0">
              <a:spcBef>
                <a:spcPts val="0"/>
              </a:spcBef>
              <a:spcAft>
                <a:spcPts val="0"/>
              </a:spcAft>
              <a:buSzPts val="2000"/>
              <a:buFont typeface="Oswald"/>
              <a:buNone/>
              <a:defRPr sz="2000">
                <a:latin typeface="Oswald"/>
                <a:ea typeface="Oswald"/>
                <a:cs typeface="Oswald"/>
                <a:sym typeface="Oswald"/>
              </a:defRPr>
            </a:lvl1pPr>
            <a:lvl2pPr lvl="1" algn="l" rtl="0">
              <a:spcBef>
                <a:spcPts val="0"/>
              </a:spcBef>
              <a:spcAft>
                <a:spcPts val="0"/>
              </a:spcAft>
              <a:buSzPts val="2000"/>
              <a:buFont typeface="Oswald"/>
              <a:buNone/>
              <a:defRPr sz="2000">
                <a:latin typeface="Oswald"/>
                <a:ea typeface="Oswald"/>
                <a:cs typeface="Oswald"/>
                <a:sym typeface="Oswald"/>
              </a:defRPr>
            </a:lvl2pPr>
            <a:lvl3pPr lvl="2" algn="l" rtl="0">
              <a:spcBef>
                <a:spcPts val="0"/>
              </a:spcBef>
              <a:spcAft>
                <a:spcPts val="0"/>
              </a:spcAft>
              <a:buSzPts val="2000"/>
              <a:buFont typeface="Oswald"/>
              <a:buNone/>
              <a:defRPr sz="2000">
                <a:latin typeface="Oswald"/>
                <a:ea typeface="Oswald"/>
                <a:cs typeface="Oswald"/>
                <a:sym typeface="Oswald"/>
              </a:defRPr>
            </a:lvl3pPr>
            <a:lvl4pPr lvl="3" algn="l" rtl="0">
              <a:spcBef>
                <a:spcPts val="0"/>
              </a:spcBef>
              <a:spcAft>
                <a:spcPts val="0"/>
              </a:spcAft>
              <a:buSzPts val="2000"/>
              <a:buFont typeface="Oswald"/>
              <a:buNone/>
              <a:defRPr sz="2000">
                <a:latin typeface="Oswald"/>
                <a:ea typeface="Oswald"/>
                <a:cs typeface="Oswald"/>
                <a:sym typeface="Oswald"/>
              </a:defRPr>
            </a:lvl4pPr>
            <a:lvl5pPr lvl="4" algn="l" rtl="0">
              <a:spcBef>
                <a:spcPts val="0"/>
              </a:spcBef>
              <a:spcAft>
                <a:spcPts val="0"/>
              </a:spcAft>
              <a:buSzPts val="2000"/>
              <a:buFont typeface="Oswald"/>
              <a:buNone/>
              <a:defRPr sz="2000">
                <a:latin typeface="Oswald"/>
                <a:ea typeface="Oswald"/>
                <a:cs typeface="Oswald"/>
                <a:sym typeface="Oswald"/>
              </a:defRPr>
            </a:lvl5pPr>
            <a:lvl6pPr lvl="5" algn="l" rtl="0">
              <a:spcBef>
                <a:spcPts val="0"/>
              </a:spcBef>
              <a:spcAft>
                <a:spcPts val="0"/>
              </a:spcAft>
              <a:buSzPts val="2000"/>
              <a:buFont typeface="Oswald"/>
              <a:buNone/>
              <a:defRPr sz="2000">
                <a:latin typeface="Oswald"/>
                <a:ea typeface="Oswald"/>
                <a:cs typeface="Oswald"/>
                <a:sym typeface="Oswald"/>
              </a:defRPr>
            </a:lvl6pPr>
            <a:lvl7pPr lvl="6" algn="l" rtl="0">
              <a:spcBef>
                <a:spcPts val="0"/>
              </a:spcBef>
              <a:spcAft>
                <a:spcPts val="0"/>
              </a:spcAft>
              <a:buSzPts val="2000"/>
              <a:buFont typeface="Oswald"/>
              <a:buNone/>
              <a:defRPr sz="2000">
                <a:latin typeface="Oswald"/>
                <a:ea typeface="Oswald"/>
                <a:cs typeface="Oswald"/>
                <a:sym typeface="Oswald"/>
              </a:defRPr>
            </a:lvl7pPr>
            <a:lvl8pPr lvl="7" algn="l" rtl="0">
              <a:spcBef>
                <a:spcPts val="0"/>
              </a:spcBef>
              <a:spcAft>
                <a:spcPts val="0"/>
              </a:spcAft>
              <a:buSzPts val="2000"/>
              <a:buFont typeface="Oswald"/>
              <a:buNone/>
              <a:defRPr sz="2000">
                <a:latin typeface="Oswald"/>
                <a:ea typeface="Oswald"/>
                <a:cs typeface="Oswald"/>
                <a:sym typeface="Oswald"/>
              </a:defRPr>
            </a:lvl8pPr>
            <a:lvl9pPr lvl="8" algn="l" rtl="0">
              <a:spcBef>
                <a:spcPts val="0"/>
              </a:spcBef>
              <a:spcAft>
                <a:spcPts val="0"/>
              </a:spcAft>
              <a:buSzPts val="2000"/>
              <a:buFont typeface="Oswald"/>
              <a:buNone/>
              <a:defRPr sz="2000">
                <a:latin typeface="Oswald"/>
                <a:ea typeface="Oswald"/>
                <a:cs typeface="Oswald"/>
                <a:sym typeface="Oswald"/>
              </a:defRPr>
            </a:lvl9pPr>
          </a:lstStyle>
          <a:p/>
        </p:txBody>
      </p:sp>
      <p:sp>
        <p:nvSpPr>
          <p:cNvPr id="234" name="Google Shape;234;p31"/>
          <p:cNvSpPr txBox="1"/>
          <p:nvPr>
            <p:ph type="subTitle" idx="4"/>
          </p:nvPr>
        </p:nvSpPr>
        <p:spPr>
          <a:xfrm flipH="1">
            <a:off x="5171250" y="2335598"/>
            <a:ext cx="2671200" cy="896700"/>
          </a:xfrm>
          <a:prstGeom prst="rect">
            <a:avLst/>
          </a:prstGeom>
          <a:noFill/>
        </p:spPr>
        <p:txBody>
          <a:bodyPr spcFirstLastPara="1" wrap="square" lIns="91425" tIns="91425" rIns="91425" bIns="91425" anchor="b" anchorCtr="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235" name="Google Shape;235;p31"/>
          <p:cNvSpPr txBox="1"/>
          <p:nvPr>
            <p:ph type="ctrTitle" idx="5"/>
          </p:nvPr>
        </p:nvSpPr>
        <p:spPr>
          <a:xfrm flipH="1">
            <a:off x="5171250" y="1993000"/>
            <a:ext cx="2671200" cy="384600"/>
          </a:xfrm>
          <a:prstGeom prst="rect">
            <a:avLst/>
          </a:prstGeom>
          <a:noFill/>
        </p:spPr>
        <p:txBody>
          <a:bodyPr spcFirstLastPara="1" wrap="square" lIns="91425" tIns="91425" rIns="91425" bIns="91425" anchor="t" anchorCtr="0">
            <a:noAutofit/>
          </a:bodyPr>
          <a:lstStyle>
            <a:lvl1pPr lvl="0" algn="l" rtl="0">
              <a:spcBef>
                <a:spcPts val="0"/>
              </a:spcBef>
              <a:spcAft>
                <a:spcPts val="0"/>
              </a:spcAft>
              <a:buSzPts val="2000"/>
              <a:buFont typeface="Oswald"/>
              <a:buNone/>
              <a:defRPr sz="2000">
                <a:latin typeface="Oswald"/>
                <a:ea typeface="Oswald"/>
                <a:cs typeface="Oswald"/>
                <a:sym typeface="Oswald"/>
              </a:defRPr>
            </a:lvl1pPr>
            <a:lvl2pPr lvl="1" algn="l" rtl="0">
              <a:spcBef>
                <a:spcPts val="0"/>
              </a:spcBef>
              <a:spcAft>
                <a:spcPts val="0"/>
              </a:spcAft>
              <a:buSzPts val="2000"/>
              <a:buFont typeface="Oswald"/>
              <a:buNone/>
              <a:defRPr sz="2000">
                <a:latin typeface="Oswald"/>
                <a:ea typeface="Oswald"/>
                <a:cs typeface="Oswald"/>
                <a:sym typeface="Oswald"/>
              </a:defRPr>
            </a:lvl2pPr>
            <a:lvl3pPr lvl="2" algn="l" rtl="0">
              <a:spcBef>
                <a:spcPts val="0"/>
              </a:spcBef>
              <a:spcAft>
                <a:spcPts val="0"/>
              </a:spcAft>
              <a:buSzPts val="2000"/>
              <a:buFont typeface="Oswald"/>
              <a:buNone/>
              <a:defRPr sz="2000">
                <a:latin typeface="Oswald"/>
                <a:ea typeface="Oswald"/>
                <a:cs typeface="Oswald"/>
                <a:sym typeface="Oswald"/>
              </a:defRPr>
            </a:lvl3pPr>
            <a:lvl4pPr lvl="3" algn="l" rtl="0">
              <a:spcBef>
                <a:spcPts val="0"/>
              </a:spcBef>
              <a:spcAft>
                <a:spcPts val="0"/>
              </a:spcAft>
              <a:buSzPts val="2000"/>
              <a:buFont typeface="Oswald"/>
              <a:buNone/>
              <a:defRPr sz="2000">
                <a:latin typeface="Oswald"/>
                <a:ea typeface="Oswald"/>
                <a:cs typeface="Oswald"/>
                <a:sym typeface="Oswald"/>
              </a:defRPr>
            </a:lvl4pPr>
            <a:lvl5pPr lvl="4" algn="l" rtl="0">
              <a:spcBef>
                <a:spcPts val="0"/>
              </a:spcBef>
              <a:spcAft>
                <a:spcPts val="0"/>
              </a:spcAft>
              <a:buSzPts val="2000"/>
              <a:buFont typeface="Oswald"/>
              <a:buNone/>
              <a:defRPr sz="2000">
                <a:latin typeface="Oswald"/>
                <a:ea typeface="Oswald"/>
                <a:cs typeface="Oswald"/>
                <a:sym typeface="Oswald"/>
              </a:defRPr>
            </a:lvl5pPr>
            <a:lvl6pPr lvl="5" algn="l" rtl="0">
              <a:spcBef>
                <a:spcPts val="0"/>
              </a:spcBef>
              <a:spcAft>
                <a:spcPts val="0"/>
              </a:spcAft>
              <a:buSzPts val="2000"/>
              <a:buFont typeface="Oswald"/>
              <a:buNone/>
              <a:defRPr sz="2000">
                <a:latin typeface="Oswald"/>
                <a:ea typeface="Oswald"/>
                <a:cs typeface="Oswald"/>
                <a:sym typeface="Oswald"/>
              </a:defRPr>
            </a:lvl6pPr>
            <a:lvl7pPr lvl="6" algn="l" rtl="0">
              <a:spcBef>
                <a:spcPts val="0"/>
              </a:spcBef>
              <a:spcAft>
                <a:spcPts val="0"/>
              </a:spcAft>
              <a:buSzPts val="2000"/>
              <a:buFont typeface="Oswald"/>
              <a:buNone/>
              <a:defRPr sz="2000">
                <a:latin typeface="Oswald"/>
                <a:ea typeface="Oswald"/>
                <a:cs typeface="Oswald"/>
                <a:sym typeface="Oswald"/>
              </a:defRPr>
            </a:lvl7pPr>
            <a:lvl8pPr lvl="7" algn="l" rtl="0">
              <a:spcBef>
                <a:spcPts val="0"/>
              </a:spcBef>
              <a:spcAft>
                <a:spcPts val="0"/>
              </a:spcAft>
              <a:buSzPts val="2000"/>
              <a:buFont typeface="Oswald"/>
              <a:buNone/>
              <a:defRPr sz="2000">
                <a:latin typeface="Oswald"/>
                <a:ea typeface="Oswald"/>
                <a:cs typeface="Oswald"/>
                <a:sym typeface="Oswald"/>
              </a:defRPr>
            </a:lvl8pPr>
            <a:lvl9pPr lvl="8" algn="l" rtl="0">
              <a:spcBef>
                <a:spcPts val="0"/>
              </a:spcBef>
              <a:spcAft>
                <a:spcPts val="0"/>
              </a:spcAft>
              <a:buSzPts val="2000"/>
              <a:buFont typeface="Oswald"/>
              <a:buNone/>
              <a:defRPr sz="2000">
                <a:latin typeface="Oswald"/>
                <a:ea typeface="Oswald"/>
                <a:cs typeface="Oswald"/>
                <a:sym typeface="Oswald"/>
              </a:defRPr>
            </a:lvl9pPr>
          </a:lstStyle>
          <a:p/>
        </p:txBody>
      </p:sp>
      <p:sp>
        <p:nvSpPr>
          <p:cNvPr id="236" name="Google Shape;236;p31"/>
          <p:cNvSpPr txBox="1"/>
          <p:nvPr>
            <p:ph type="subTitle" idx="6"/>
          </p:nvPr>
        </p:nvSpPr>
        <p:spPr>
          <a:xfrm flipH="1">
            <a:off x="5171250" y="1199373"/>
            <a:ext cx="2671200" cy="896700"/>
          </a:xfrm>
          <a:prstGeom prst="rect">
            <a:avLst/>
          </a:prstGeom>
          <a:noFill/>
        </p:spPr>
        <p:txBody>
          <a:bodyPr spcFirstLastPara="1" wrap="square" lIns="91425" tIns="91425" rIns="91425" bIns="91425" anchor="b" anchorCtr="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pic>
        <p:nvPicPr>
          <p:cNvPr id="237" name="Google Shape;237;p31"/>
          <p:cNvPicPr preferRelativeResize="0"/>
          <p:nvPr/>
        </p:nvPicPr>
        <p:blipFill rotWithShape="1">
          <a:blip r:embed="rId3"/>
          <a:srcRect l="41235" t="39703" r="40128" b="40808"/>
          <a:stretch>
            <a:fillRect/>
          </a:stretch>
        </p:blipFill>
        <p:spPr>
          <a:xfrm>
            <a:off x="8226175" y="166846"/>
            <a:ext cx="725499" cy="75873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slide 1">
  <p:cSld name="TITLE_1">
    <p:bg>
      <p:bgPr>
        <a:solidFill>
          <a:schemeClr val="accent3"/>
        </a:solidFill>
        <a:effectLst/>
      </p:bgPr>
    </p:bg>
    <p:spTree>
      <p:nvGrpSpPr>
        <p:cNvPr id="238" name="Shape 238"/>
        <p:cNvGrpSpPr/>
        <p:nvPr/>
      </p:nvGrpSpPr>
      <p:grpSpPr>
        <a:xfrm>
          <a:off x="0" y="0"/>
          <a:ext cx="0" cy="0"/>
          <a:chOff x="0" y="0"/>
          <a:chExt cx="0" cy="0"/>
        </a:xfrm>
      </p:grpSpPr>
      <p:grpSp>
        <p:nvGrpSpPr>
          <p:cNvPr id="239" name="Google Shape;239;p32"/>
          <p:cNvGrpSpPr/>
          <p:nvPr/>
        </p:nvGrpSpPr>
        <p:grpSpPr>
          <a:xfrm>
            <a:off x="7343003" y="3409675"/>
            <a:ext cx="1691422" cy="1732548"/>
            <a:chOff x="7343003" y="3409675"/>
            <a:chExt cx="1691422" cy="1732548"/>
          </a:xfrm>
        </p:grpSpPr>
        <p:grpSp>
          <p:nvGrpSpPr>
            <p:cNvPr id="240" name="Google Shape;240;p32"/>
            <p:cNvGrpSpPr/>
            <p:nvPr/>
          </p:nvGrpSpPr>
          <p:grpSpPr>
            <a:xfrm>
              <a:off x="7343003" y="4453711"/>
              <a:ext cx="316800" cy="688513"/>
              <a:chOff x="7343003" y="4453711"/>
              <a:chExt cx="316800" cy="688513"/>
            </a:xfrm>
          </p:grpSpPr>
          <p:sp>
            <p:nvSpPr>
              <p:cNvPr id="241" name="Google Shape;241;p3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2" name="Google Shape;242;p3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43" name="Google Shape;243;p32"/>
            <p:cNvGrpSpPr/>
            <p:nvPr/>
          </p:nvGrpSpPr>
          <p:grpSpPr>
            <a:xfrm>
              <a:off x="7801210" y="4105700"/>
              <a:ext cx="316800" cy="1036523"/>
              <a:chOff x="7801210" y="4105700"/>
              <a:chExt cx="316800" cy="1036523"/>
            </a:xfrm>
          </p:grpSpPr>
          <p:sp>
            <p:nvSpPr>
              <p:cNvPr id="244" name="Google Shape;244;p3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5" name="Google Shape;245;p3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6" name="Google Shape;246;p3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47" name="Google Shape;247;p32"/>
            <p:cNvGrpSpPr/>
            <p:nvPr/>
          </p:nvGrpSpPr>
          <p:grpSpPr>
            <a:xfrm>
              <a:off x="8259418" y="3757688"/>
              <a:ext cx="316800" cy="1384535"/>
              <a:chOff x="8259418" y="3757688"/>
              <a:chExt cx="316800" cy="1384535"/>
            </a:xfrm>
          </p:grpSpPr>
          <p:sp>
            <p:nvSpPr>
              <p:cNvPr id="248" name="Google Shape;248;p3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9" name="Google Shape;249;p3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0" name="Google Shape;250;p3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1" name="Google Shape;251;p3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52" name="Google Shape;252;p32"/>
            <p:cNvGrpSpPr/>
            <p:nvPr/>
          </p:nvGrpSpPr>
          <p:grpSpPr>
            <a:xfrm>
              <a:off x="8717625" y="3409675"/>
              <a:ext cx="316800" cy="1732548"/>
              <a:chOff x="8717625" y="3409675"/>
              <a:chExt cx="316800" cy="1732548"/>
            </a:xfrm>
          </p:grpSpPr>
          <p:sp>
            <p:nvSpPr>
              <p:cNvPr id="253" name="Google Shape;253;p3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4" name="Google Shape;254;p3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5" name="Google Shape;255;p3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6" name="Google Shape;256;p3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7" name="Google Shape;257;p3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258" name="Google Shape;258;p32"/>
          <p:cNvGrpSpPr/>
          <p:nvPr/>
        </p:nvGrpSpPr>
        <p:grpSpPr>
          <a:xfrm>
            <a:off x="5043503" y="0"/>
            <a:ext cx="3814072" cy="3839102"/>
            <a:chOff x="5043503" y="0"/>
            <a:chExt cx="3814072" cy="3839102"/>
          </a:xfrm>
        </p:grpSpPr>
        <p:sp>
          <p:nvSpPr>
            <p:cNvPr id="259" name="Google Shape;259;p3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0" name="Google Shape;260;p3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261" name="Google Shape;261;p32"/>
            <p:cNvGrpSpPr/>
            <p:nvPr/>
          </p:nvGrpSpPr>
          <p:grpSpPr>
            <a:xfrm>
              <a:off x="7647812" y="2704283"/>
              <a:ext cx="635219" cy="635219"/>
              <a:chOff x="6725724" y="2701260"/>
              <a:chExt cx="1208101" cy="1208100"/>
            </a:xfrm>
          </p:grpSpPr>
          <p:sp>
            <p:nvSpPr>
              <p:cNvPr id="262" name="Google Shape;262;p3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3" name="Google Shape;263;p3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4" name="Google Shape;264;p3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65" name="Google Shape;265;p3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266" name="Google Shape;266;p32"/>
            <p:cNvGrpSpPr/>
            <p:nvPr/>
          </p:nvGrpSpPr>
          <p:grpSpPr>
            <a:xfrm>
              <a:off x="7952720" y="179238"/>
              <a:ext cx="873165" cy="873003"/>
              <a:chOff x="7754428" y="208725"/>
              <a:chExt cx="541800" cy="541800"/>
            </a:xfrm>
          </p:grpSpPr>
          <p:sp>
            <p:nvSpPr>
              <p:cNvPr id="267" name="Google Shape;267;p3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8" name="Google Shape;268;p3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69" name="Google Shape;269;p3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0" name="Google Shape;270;p3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 name="Google Shape;271;p3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2" name="Google Shape;272;p3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 name="Google Shape;273;p3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 name="Google Shape;274;p3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75" name="Google Shape;275;p32"/>
          <p:cNvSpPr txBox="1"/>
          <p:nvPr>
            <p:ph type="ctrTitle"/>
          </p:nvPr>
        </p:nvSpPr>
        <p:spPr>
          <a:xfrm>
            <a:off x="824000" y="1613813"/>
            <a:ext cx="4255500" cy="18729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276" name="Google Shape;276;p32"/>
          <p:cNvSpPr txBox="1"/>
          <p:nvPr>
            <p:ph type="subTitle" idx="1"/>
          </p:nvPr>
        </p:nvSpPr>
        <p:spPr>
          <a:xfrm>
            <a:off x="824000" y="3596300"/>
            <a:ext cx="4255500" cy="69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600"/>
              <a:buNone/>
              <a:defRPr sz="1600">
                <a:solidFill>
                  <a:schemeClr val="lt1"/>
                </a:solidFill>
              </a:defRPr>
            </a:lvl1pPr>
            <a:lvl2pPr lvl="1" rtl="0">
              <a:lnSpc>
                <a:spcPct val="100000"/>
              </a:lnSpc>
              <a:spcBef>
                <a:spcPts val="0"/>
              </a:spcBef>
              <a:spcAft>
                <a:spcPts val="0"/>
              </a:spcAft>
              <a:buClr>
                <a:schemeClr val="lt1"/>
              </a:buClr>
              <a:buSzPts val="1600"/>
              <a:buNone/>
              <a:defRPr sz="1600">
                <a:solidFill>
                  <a:schemeClr val="lt1"/>
                </a:solidFill>
              </a:defRPr>
            </a:lvl2pPr>
            <a:lvl3pPr lvl="2" rtl="0">
              <a:lnSpc>
                <a:spcPct val="100000"/>
              </a:lnSpc>
              <a:spcBef>
                <a:spcPts val="0"/>
              </a:spcBef>
              <a:spcAft>
                <a:spcPts val="0"/>
              </a:spcAft>
              <a:buClr>
                <a:schemeClr val="lt1"/>
              </a:buClr>
              <a:buSzPts val="1600"/>
              <a:buNone/>
              <a:defRPr sz="1600">
                <a:solidFill>
                  <a:schemeClr val="lt1"/>
                </a:solidFill>
              </a:defRPr>
            </a:lvl3pPr>
            <a:lvl4pPr lvl="3" rtl="0">
              <a:lnSpc>
                <a:spcPct val="100000"/>
              </a:lnSpc>
              <a:spcBef>
                <a:spcPts val="0"/>
              </a:spcBef>
              <a:spcAft>
                <a:spcPts val="0"/>
              </a:spcAft>
              <a:buClr>
                <a:schemeClr val="lt1"/>
              </a:buClr>
              <a:buSzPts val="1600"/>
              <a:buNone/>
              <a:defRPr sz="1600">
                <a:solidFill>
                  <a:schemeClr val="lt1"/>
                </a:solidFill>
              </a:defRPr>
            </a:lvl4pPr>
            <a:lvl5pPr lvl="4" rtl="0">
              <a:lnSpc>
                <a:spcPct val="100000"/>
              </a:lnSpc>
              <a:spcBef>
                <a:spcPts val="0"/>
              </a:spcBef>
              <a:spcAft>
                <a:spcPts val="0"/>
              </a:spcAft>
              <a:buClr>
                <a:schemeClr val="lt1"/>
              </a:buClr>
              <a:buSzPts val="1600"/>
              <a:buNone/>
              <a:defRPr sz="1600">
                <a:solidFill>
                  <a:schemeClr val="lt1"/>
                </a:solidFill>
              </a:defRPr>
            </a:lvl5pPr>
            <a:lvl6pPr lvl="5" rtl="0">
              <a:lnSpc>
                <a:spcPct val="100000"/>
              </a:lnSpc>
              <a:spcBef>
                <a:spcPts val="0"/>
              </a:spcBef>
              <a:spcAft>
                <a:spcPts val="0"/>
              </a:spcAft>
              <a:buClr>
                <a:schemeClr val="lt1"/>
              </a:buClr>
              <a:buSzPts val="1600"/>
              <a:buNone/>
              <a:defRPr sz="1600">
                <a:solidFill>
                  <a:schemeClr val="lt1"/>
                </a:solidFill>
              </a:defRPr>
            </a:lvl6pPr>
            <a:lvl7pPr lvl="6" rtl="0">
              <a:lnSpc>
                <a:spcPct val="100000"/>
              </a:lnSpc>
              <a:spcBef>
                <a:spcPts val="0"/>
              </a:spcBef>
              <a:spcAft>
                <a:spcPts val="0"/>
              </a:spcAft>
              <a:buClr>
                <a:schemeClr val="lt1"/>
              </a:buClr>
              <a:buSzPts val="1600"/>
              <a:buNone/>
              <a:defRPr sz="1600">
                <a:solidFill>
                  <a:schemeClr val="lt1"/>
                </a:solidFill>
              </a:defRPr>
            </a:lvl7pPr>
            <a:lvl8pPr lvl="7" rtl="0">
              <a:lnSpc>
                <a:spcPct val="100000"/>
              </a:lnSpc>
              <a:spcBef>
                <a:spcPts val="0"/>
              </a:spcBef>
              <a:spcAft>
                <a:spcPts val="0"/>
              </a:spcAft>
              <a:buClr>
                <a:schemeClr val="lt1"/>
              </a:buClr>
              <a:buSzPts val="1600"/>
              <a:buNone/>
              <a:defRPr sz="1600">
                <a:solidFill>
                  <a:schemeClr val="lt1"/>
                </a:solidFill>
              </a:defRPr>
            </a:lvl8pPr>
            <a:lvl9pPr lvl="8" rtl="0">
              <a:lnSpc>
                <a:spcPct val="100000"/>
              </a:lnSpc>
              <a:spcBef>
                <a:spcPts val="0"/>
              </a:spcBef>
              <a:spcAft>
                <a:spcPts val="0"/>
              </a:spcAft>
              <a:buClr>
                <a:schemeClr val="lt1"/>
              </a:buClr>
              <a:buSzPts val="1600"/>
              <a:buNone/>
              <a:defRPr sz="1600">
                <a:solidFill>
                  <a:schemeClr val="lt1"/>
                </a:solidFill>
              </a:defRPr>
            </a:lvl9pPr>
          </a:lstStyle>
          <a:p/>
        </p:txBody>
      </p:sp>
      <p:sp>
        <p:nvSpPr>
          <p:cNvPr id="277" name="Google Shape;277;p32"/>
          <p:cNvSpPr txBox="1"/>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ction header 1">
  <p:cSld name="SECTION_HEADER_2">
    <p:bg>
      <p:bgPr>
        <a:solidFill>
          <a:schemeClr val="dk1"/>
        </a:solidFill>
        <a:effectLst/>
      </p:bgPr>
    </p:bg>
    <p:spTree>
      <p:nvGrpSpPr>
        <p:cNvPr id="278" name="Shape 278"/>
        <p:cNvGrpSpPr/>
        <p:nvPr/>
      </p:nvGrpSpPr>
      <p:grpSpPr>
        <a:xfrm>
          <a:off x="0" y="0"/>
          <a:ext cx="0" cy="0"/>
          <a:chOff x="0" y="0"/>
          <a:chExt cx="0" cy="0"/>
        </a:xfrm>
      </p:grpSpPr>
      <p:grpSp>
        <p:nvGrpSpPr>
          <p:cNvPr id="279" name="Google Shape;279;p33"/>
          <p:cNvGrpSpPr/>
          <p:nvPr/>
        </p:nvGrpSpPr>
        <p:grpSpPr>
          <a:xfrm>
            <a:off x="146769" y="3406"/>
            <a:ext cx="1233215" cy="1384535"/>
            <a:chOff x="146769" y="3406"/>
            <a:chExt cx="1233215" cy="1384535"/>
          </a:xfrm>
        </p:grpSpPr>
        <p:grpSp>
          <p:nvGrpSpPr>
            <p:cNvPr id="280" name="Google Shape;280;p33"/>
            <p:cNvGrpSpPr/>
            <p:nvPr/>
          </p:nvGrpSpPr>
          <p:grpSpPr>
            <a:xfrm>
              <a:off x="1063183" y="3406"/>
              <a:ext cx="316800" cy="688513"/>
              <a:chOff x="1063183" y="3406"/>
              <a:chExt cx="316800" cy="688513"/>
            </a:xfrm>
          </p:grpSpPr>
          <p:sp>
            <p:nvSpPr>
              <p:cNvPr id="281" name="Google Shape;281;p3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2" name="Google Shape;282;p3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83" name="Google Shape;283;p33"/>
            <p:cNvGrpSpPr/>
            <p:nvPr/>
          </p:nvGrpSpPr>
          <p:grpSpPr>
            <a:xfrm>
              <a:off x="604976" y="3406"/>
              <a:ext cx="316800" cy="1036524"/>
              <a:chOff x="604976" y="3406"/>
              <a:chExt cx="316800" cy="1036524"/>
            </a:xfrm>
          </p:grpSpPr>
          <p:sp>
            <p:nvSpPr>
              <p:cNvPr id="284" name="Google Shape;284;p3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5" name="Google Shape;285;p3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6" name="Google Shape;286;p3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87" name="Google Shape;287;p33"/>
            <p:cNvGrpSpPr/>
            <p:nvPr/>
          </p:nvGrpSpPr>
          <p:grpSpPr>
            <a:xfrm>
              <a:off x="146769" y="3406"/>
              <a:ext cx="316800" cy="1384535"/>
              <a:chOff x="146769" y="3406"/>
              <a:chExt cx="316800" cy="1384535"/>
            </a:xfrm>
          </p:grpSpPr>
          <p:sp>
            <p:nvSpPr>
              <p:cNvPr id="288" name="Google Shape;288;p3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9" name="Google Shape;289;p3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0" name="Google Shape;290;p3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1" name="Google Shape;291;p3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292" name="Google Shape;292;p33"/>
          <p:cNvGrpSpPr/>
          <p:nvPr/>
        </p:nvGrpSpPr>
        <p:grpSpPr>
          <a:xfrm>
            <a:off x="6775084" y="2904008"/>
            <a:ext cx="2186148" cy="2239500"/>
            <a:chOff x="6775084" y="2904008"/>
            <a:chExt cx="2186148" cy="2239500"/>
          </a:xfrm>
        </p:grpSpPr>
        <p:grpSp>
          <p:nvGrpSpPr>
            <p:cNvPr id="293" name="Google Shape;293;p33"/>
            <p:cNvGrpSpPr/>
            <p:nvPr/>
          </p:nvGrpSpPr>
          <p:grpSpPr>
            <a:xfrm>
              <a:off x="6775084" y="4253708"/>
              <a:ext cx="409500" cy="889800"/>
              <a:chOff x="6775084" y="4253708"/>
              <a:chExt cx="409500" cy="889800"/>
            </a:xfrm>
          </p:grpSpPr>
          <p:sp>
            <p:nvSpPr>
              <p:cNvPr id="294" name="Google Shape;294;p3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5" name="Google Shape;295;p3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96" name="Google Shape;296;p33"/>
            <p:cNvGrpSpPr/>
            <p:nvPr/>
          </p:nvGrpSpPr>
          <p:grpSpPr>
            <a:xfrm>
              <a:off x="7367299" y="3804008"/>
              <a:ext cx="409500" cy="1339500"/>
              <a:chOff x="7367299" y="3804008"/>
              <a:chExt cx="409500" cy="1339500"/>
            </a:xfrm>
          </p:grpSpPr>
          <p:sp>
            <p:nvSpPr>
              <p:cNvPr id="297" name="Google Shape;297;p3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8" name="Google Shape;298;p3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9" name="Google Shape;299;p3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00" name="Google Shape;300;p33"/>
            <p:cNvGrpSpPr/>
            <p:nvPr/>
          </p:nvGrpSpPr>
          <p:grpSpPr>
            <a:xfrm>
              <a:off x="7959516" y="3354008"/>
              <a:ext cx="409500" cy="1789500"/>
              <a:chOff x="7959516" y="3354008"/>
              <a:chExt cx="409500" cy="1789500"/>
            </a:xfrm>
          </p:grpSpPr>
          <p:sp>
            <p:nvSpPr>
              <p:cNvPr id="301" name="Google Shape;301;p3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2" name="Google Shape;302;p3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3" name="Google Shape;303;p3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4" name="Google Shape;304;p3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05" name="Google Shape;305;p33"/>
            <p:cNvGrpSpPr/>
            <p:nvPr/>
          </p:nvGrpSpPr>
          <p:grpSpPr>
            <a:xfrm>
              <a:off x="8551731" y="2904008"/>
              <a:ext cx="409500" cy="2239500"/>
              <a:chOff x="8551731" y="2904008"/>
              <a:chExt cx="409500" cy="2239500"/>
            </a:xfrm>
          </p:grpSpPr>
          <p:sp>
            <p:nvSpPr>
              <p:cNvPr id="306" name="Google Shape;306;p3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7" name="Google Shape;307;p3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8" name="Google Shape;308;p3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9" name="Google Shape;309;p3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0" name="Google Shape;310;p3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311" name="Google Shape;311;p33"/>
          <p:cNvSpPr txBox="1"/>
          <p:nvPr>
            <p:ph type="title"/>
          </p:nvPr>
        </p:nvSpPr>
        <p:spPr>
          <a:xfrm>
            <a:off x="824000" y="1613825"/>
            <a:ext cx="5857800" cy="18729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312" name="Google Shape;312;p33"/>
          <p:cNvSpPr txBox="1"/>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3" Type="http://schemas.openxmlformats.org/officeDocument/2006/relationships/theme" Target="../theme/theme1.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720000" y="447456"/>
            <a:ext cx="77040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2"/>
              </a:buClr>
              <a:buSzPts val="3000"/>
              <a:buFont typeface="Oswald Regular"/>
              <a:buNone/>
              <a:defRPr sz="3000">
                <a:solidFill>
                  <a:schemeClr val="dk2"/>
                </a:solidFill>
                <a:latin typeface="Oswald Regular"/>
                <a:ea typeface="Oswald Regular"/>
                <a:cs typeface="Oswald Regular"/>
                <a:sym typeface="Oswald Regular"/>
              </a:defRPr>
            </a:lvl1pPr>
            <a:lvl2pPr lvl="1" algn="ctr" rtl="0">
              <a:spcBef>
                <a:spcPts val="0"/>
              </a:spcBef>
              <a:spcAft>
                <a:spcPts val="0"/>
              </a:spcAft>
              <a:buClr>
                <a:schemeClr val="dk2"/>
              </a:buClr>
              <a:buSzPts val="3000"/>
              <a:buNone/>
              <a:defRPr sz="3000">
                <a:solidFill>
                  <a:schemeClr val="dk2"/>
                </a:solidFill>
              </a:defRPr>
            </a:lvl2pPr>
            <a:lvl3pPr lvl="2" algn="ctr" rtl="0">
              <a:spcBef>
                <a:spcPts val="0"/>
              </a:spcBef>
              <a:spcAft>
                <a:spcPts val="0"/>
              </a:spcAft>
              <a:buClr>
                <a:schemeClr val="dk2"/>
              </a:buClr>
              <a:buSzPts val="3000"/>
              <a:buNone/>
              <a:defRPr sz="3000">
                <a:solidFill>
                  <a:schemeClr val="dk2"/>
                </a:solidFill>
              </a:defRPr>
            </a:lvl3pPr>
            <a:lvl4pPr lvl="3" algn="ctr" rtl="0">
              <a:spcBef>
                <a:spcPts val="0"/>
              </a:spcBef>
              <a:spcAft>
                <a:spcPts val="0"/>
              </a:spcAft>
              <a:buClr>
                <a:schemeClr val="dk2"/>
              </a:buClr>
              <a:buSzPts val="3000"/>
              <a:buNone/>
              <a:defRPr sz="3000">
                <a:solidFill>
                  <a:schemeClr val="dk2"/>
                </a:solidFill>
              </a:defRPr>
            </a:lvl4pPr>
            <a:lvl5pPr lvl="4" algn="ctr" rtl="0">
              <a:spcBef>
                <a:spcPts val="0"/>
              </a:spcBef>
              <a:spcAft>
                <a:spcPts val="0"/>
              </a:spcAft>
              <a:buClr>
                <a:schemeClr val="dk2"/>
              </a:buClr>
              <a:buSzPts val="3000"/>
              <a:buNone/>
              <a:defRPr sz="3000">
                <a:solidFill>
                  <a:schemeClr val="dk2"/>
                </a:solidFill>
              </a:defRPr>
            </a:lvl5pPr>
            <a:lvl6pPr lvl="5" algn="ctr" rtl="0">
              <a:spcBef>
                <a:spcPts val="0"/>
              </a:spcBef>
              <a:spcAft>
                <a:spcPts val="0"/>
              </a:spcAft>
              <a:buClr>
                <a:schemeClr val="dk2"/>
              </a:buClr>
              <a:buSzPts val="3000"/>
              <a:buNone/>
              <a:defRPr sz="3000">
                <a:solidFill>
                  <a:schemeClr val="dk2"/>
                </a:solidFill>
              </a:defRPr>
            </a:lvl6pPr>
            <a:lvl7pPr lvl="6" algn="ctr" rtl="0">
              <a:spcBef>
                <a:spcPts val="0"/>
              </a:spcBef>
              <a:spcAft>
                <a:spcPts val="0"/>
              </a:spcAft>
              <a:buClr>
                <a:schemeClr val="dk2"/>
              </a:buClr>
              <a:buSzPts val="3000"/>
              <a:buNone/>
              <a:defRPr sz="3000">
                <a:solidFill>
                  <a:schemeClr val="dk2"/>
                </a:solidFill>
              </a:defRPr>
            </a:lvl7pPr>
            <a:lvl8pPr lvl="7" algn="ctr" rtl="0">
              <a:spcBef>
                <a:spcPts val="0"/>
              </a:spcBef>
              <a:spcAft>
                <a:spcPts val="0"/>
              </a:spcAft>
              <a:buClr>
                <a:schemeClr val="dk2"/>
              </a:buClr>
              <a:buSzPts val="3000"/>
              <a:buNone/>
              <a:defRPr sz="3000">
                <a:solidFill>
                  <a:schemeClr val="dk2"/>
                </a:solidFill>
              </a:defRPr>
            </a:lvl8pPr>
            <a:lvl9pPr lvl="8" algn="ctr" rtl="0">
              <a:spcBef>
                <a:spcPts val="0"/>
              </a:spcBef>
              <a:spcAft>
                <a:spcPts val="0"/>
              </a:spcAft>
              <a:buClr>
                <a:schemeClr val="dk2"/>
              </a:buClr>
              <a:buSzPts val="3000"/>
              <a:buNone/>
              <a:defRPr sz="3000">
                <a:solidFill>
                  <a:schemeClr val="dk2"/>
                </a:solidFill>
              </a:defRPr>
            </a:lvl9pPr>
          </a:lstStyle>
          <a:p/>
        </p:txBody>
      </p:sp>
      <p:sp>
        <p:nvSpPr>
          <p:cNvPr id="7" name="Google Shape;7;p1"/>
          <p:cNvSpPr txBox="1"/>
          <p:nvPr>
            <p:ph type="body" idx="1"/>
          </p:nvPr>
        </p:nvSpPr>
        <p:spPr>
          <a:xfrm>
            <a:off x="720000" y="1300850"/>
            <a:ext cx="7704000" cy="33036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rgbClr val="FFFFFF"/>
              </a:buClr>
              <a:buSzPts val="1800"/>
              <a:buFont typeface="Nunito"/>
              <a:buChar char="●"/>
              <a:defRPr sz="1800">
                <a:solidFill>
                  <a:srgbClr val="FFFFFF"/>
                </a:solidFill>
                <a:latin typeface="Nunito"/>
                <a:ea typeface="Nunito"/>
                <a:cs typeface="Nunito"/>
                <a:sym typeface="Nunito"/>
              </a:defRPr>
            </a:lvl1pPr>
            <a:lvl2pPr marL="914400" lvl="1" indent="-317500">
              <a:lnSpc>
                <a:spcPct val="100000"/>
              </a:lnSpc>
              <a:spcBef>
                <a:spcPts val="1600"/>
              </a:spcBef>
              <a:spcAft>
                <a:spcPts val="0"/>
              </a:spcAft>
              <a:buClr>
                <a:srgbClr val="FFFFFF"/>
              </a:buClr>
              <a:buSzPts val="1400"/>
              <a:buFont typeface="Nunito"/>
              <a:buChar char="○"/>
              <a:defRPr>
                <a:solidFill>
                  <a:srgbClr val="FFFFFF"/>
                </a:solidFill>
                <a:latin typeface="Nunito"/>
                <a:ea typeface="Nunito"/>
                <a:cs typeface="Nunito"/>
                <a:sym typeface="Nunito"/>
              </a:defRPr>
            </a:lvl2pPr>
            <a:lvl3pPr marL="1371600" lvl="2" indent="-317500">
              <a:lnSpc>
                <a:spcPct val="100000"/>
              </a:lnSpc>
              <a:spcBef>
                <a:spcPts val="1600"/>
              </a:spcBef>
              <a:spcAft>
                <a:spcPts val="0"/>
              </a:spcAft>
              <a:buClr>
                <a:srgbClr val="FFFFFF"/>
              </a:buClr>
              <a:buSzPts val="1400"/>
              <a:buFont typeface="Nunito"/>
              <a:buChar char="■"/>
              <a:defRPr>
                <a:solidFill>
                  <a:srgbClr val="FFFFFF"/>
                </a:solidFill>
                <a:latin typeface="Nunito"/>
                <a:ea typeface="Nunito"/>
                <a:cs typeface="Nunito"/>
                <a:sym typeface="Nunito"/>
              </a:defRPr>
            </a:lvl3pPr>
            <a:lvl4pPr marL="1828800" lvl="3" indent="-317500">
              <a:lnSpc>
                <a:spcPct val="100000"/>
              </a:lnSpc>
              <a:spcBef>
                <a:spcPts val="1600"/>
              </a:spcBef>
              <a:spcAft>
                <a:spcPts val="0"/>
              </a:spcAft>
              <a:buClr>
                <a:srgbClr val="FFFFFF"/>
              </a:buClr>
              <a:buSzPts val="1400"/>
              <a:buFont typeface="Nunito"/>
              <a:buChar char="●"/>
              <a:defRPr>
                <a:solidFill>
                  <a:srgbClr val="FFFFFF"/>
                </a:solidFill>
                <a:latin typeface="Nunito"/>
                <a:ea typeface="Nunito"/>
                <a:cs typeface="Nunito"/>
                <a:sym typeface="Nunito"/>
              </a:defRPr>
            </a:lvl4pPr>
            <a:lvl5pPr marL="2286000" lvl="4" indent="-317500">
              <a:lnSpc>
                <a:spcPct val="100000"/>
              </a:lnSpc>
              <a:spcBef>
                <a:spcPts val="1600"/>
              </a:spcBef>
              <a:spcAft>
                <a:spcPts val="0"/>
              </a:spcAft>
              <a:buClr>
                <a:srgbClr val="FFFFFF"/>
              </a:buClr>
              <a:buSzPts val="1400"/>
              <a:buFont typeface="Nunito"/>
              <a:buChar char="○"/>
              <a:defRPr>
                <a:solidFill>
                  <a:srgbClr val="FFFFFF"/>
                </a:solidFill>
                <a:latin typeface="Nunito"/>
                <a:ea typeface="Nunito"/>
                <a:cs typeface="Nunito"/>
                <a:sym typeface="Nunito"/>
              </a:defRPr>
            </a:lvl5pPr>
            <a:lvl6pPr marL="2743200" lvl="5" indent="-317500">
              <a:lnSpc>
                <a:spcPct val="100000"/>
              </a:lnSpc>
              <a:spcBef>
                <a:spcPts val="1600"/>
              </a:spcBef>
              <a:spcAft>
                <a:spcPts val="0"/>
              </a:spcAft>
              <a:buClr>
                <a:srgbClr val="FFFFFF"/>
              </a:buClr>
              <a:buSzPts val="1400"/>
              <a:buFont typeface="Nunito"/>
              <a:buChar char="■"/>
              <a:defRPr>
                <a:solidFill>
                  <a:srgbClr val="FFFFFF"/>
                </a:solidFill>
                <a:latin typeface="Nunito"/>
                <a:ea typeface="Nunito"/>
                <a:cs typeface="Nunito"/>
                <a:sym typeface="Nunito"/>
              </a:defRPr>
            </a:lvl6pPr>
            <a:lvl7pPr marL="3200400" lvl="6" indent="-317500">
              <a:lnSpc>
                <a:spcPct val="100000"/>
              </a:lnSpc>
              <a:spcBef>
                <a:spcPts val="1600"/>
              </a:spcBef>
              <a:spcAft>
                <a:spcPts val="0"/>
              </a:spcAft>
              <a:buClr>
                <a:srgbClr val="FFFFFF"/>
              </a:buClr>
              <a:buSzPts val="1400"/>
              <a:buFont typeface="Nunito"/>
              <a:buChar char="●"/>
              <a:defRPr>
                <a:solidFill>
                  <a:srgbClr val="FFFFFF"/>
                </a:solidFill>
                <a:latin typeface="Nunito"/>
                <a:ea typeface="Nunito"/>
                <a:cs typeface="Nunito"/>
                <a:sym typeface="Nunito"/>
              </a:defRPr>
            </a:lvl7pPr>
            <a:lvl8pPr marL="3657600" lvl="7" indent="-317500">
              <a:lnSpc>
                <a:spcPct val="100000"/>
              </a:lnSpc>
              <a:spcBef>
                <a:spcPts val="1600"/>
              </a:spcBef>
              <a:spcAft>
                <a:spcPts val="0"/>
              </a:spcAft>
              <a:buClr>
                <a:srgbClr val="FFFFFF"/>
              </a:buClr>
              <a:buSzPts val="1400"/>
              <a:buFont typeface="Nunito"/>
              <a:buChar char="○"/>
              <a:defRPr>
                <a:solidFill>
                  <a:srgbClr val="FFFFFF"/>
                </a:solidFill>
                <a:latin typeface="Nunito"/>
                <a:ea typeface="Nunito"/>
                <a:cs typeface="Nunito"/>
                <a:sym typeface="Nunito"/>
              </a:defRPr>
            </a:lvl8pPr>
            <a:lvl9pPr marL="4114800" lvl="8" indent="-317500">
              <a:lnSpc>
                <a:spcPct val="100000"/>
              </a:lnSpc>
              <a:spcBef>
                <a:spcPts val="1600"/>
              </a:spcBef>
              <a:spcAft>
                <a:spcPts val="1600"/>
              </a:spcAft>
              <a:buClr>
                <a:srgbClr val="FFFFFF"/>
              </a:buClr>
              <a:buSzPts val="1400"/>
              <a:buFont typeface="Nunito"/>
              <a:buChar char="■"/>
              <a:defRPr>
                <a:solidFill>
                  <a:srgbClr val="FFFFFF"/>
                </a:solidFill>
                <a:latin typeface="Nunito"/>
                <a:ea typeface="Nunito"/>
                <a:cs typeface="Nunito"/>
                <a:sym typeface="Nunito"/>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1.xml"/><Relationship Id="rId2" Type="http://schemas.openxmlformats.org/officeDocument/2006/relationships/image" Target="../media/image18.jpeg"/><Relationship Id="rId1" Type="http://schemas.openxmlformats.org/officeDocument/2006/relationships/image" Target="../media/image17.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9.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0.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1.xml"/><Relationship Id="rId1" Type="http://schemas.openxmlformats.org/officeDocument/2006/relationships/image" Target="../media/image22.jpe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11.xml"/><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8.jpeg"/><Relationship Id="rId1" Type="http://schemas.openxmlformats.org/officeDocument/2006/relationships/image" Target="../media/image27.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30.jpeg"/><Relationship Id="rId1"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32.png"/><Relationship Id="rId1" Type="http://schemas.openxmlformats.org/officeDocument/2006/relationships/image" Target="../media/image3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35.jpeg"/><Relationship Id="rId1" Type="http://schemas.openxmlformats.org/officeDocument/2006/relationships/image" Target="../media/image34.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image" Target="../media/image36.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1.xml"/><Relationship Id="rId1"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xml"/><Relationship Id="rId1" Type="http://schemas.openxmlformats.org/officeDocument/2006/relationships/image" Target="../media/image40.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xml"/><Relationship Id="rId1" Type="http://schemas.openxmlformats.org/officeDocument/2006/relationships/image" Target="../media/image4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35000"/>
          </a:blip>
          <a:stretch>
            <a:fillRect/>
          </a:stretch>
        </a:blipFill>
        <a:effectLst/>
      </p:bgPr>
    </p:bg>
    <p:spTree>
      <p:nvGrpSpPr>
        <p:cNvPr id="347" name="Shape 347"/>
        <p:cNvGrpSpPr/>
        <p:nvPr/>
      </p:nvGrpSpPr>
      <p:grpSpPr>
        <a:xfrm>
          <a:off x="0" y="0"/>
          <a:ext cx="0" cy="0"/>
          <a:chOff x="0" y="0"/>
          <a:chExt cx="0" cy="0"/>
        </a:xfrm>
      </p:grpSpPr>
      <p:sp>
        <p:nvSpPr>
          <p:cNvPr id="5" name="Rectangles 4"/>
          <p:cNvSpPr/>
          <p:nvPr/>
        </p:nvSpPr>
        <p:spPr>
          <a:xfrm>
            <a:off x="12700" y="0"/>
            <a:ext cx="9143365" cy="5143500"/>
          </a:xfrm>
          <a:prstGeom prst="rect">
            <a:avLst/>
          </a:prstGeom>
          <a:solidFill>
            <a:schemeClr val="tx1">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 name="Text Box 1"/>
          <p:cNvSpPr txBox="1"/>
          <p:nvPr/>
        </p:nvSpPr>
        <p:spPr>
          <a:xfrm>
            <a:off x="106045" y="1879600"/>
            <a:ext cx="8949055" cy="1476375"/>
          </a:xfrm>
          <a:prstGeom prst="rect">
            <a:avLst/>
          </a:prstGeom>
          <a:noFill/>
        </p:spPr>
        <p:txBody>
          <a:bodyPr wrap="square" rtlCol="0">
            <a:spAutoFit/>
          </a:bodyPr>
          <a:p>
            <a:pPr algn="l"/>
            <a:r>
              <a:rPr lang="en-US" sz="3000" b="1">
                <a:solidFill>
                  <a:srgbClr val="FF0000"/>
                </a:solidFill>
                <a:effectLst>
                  <a:outerShdw blurRad="38100" dist="25400" dir="5400000" algn="ctr" rotWithShape="0">
                    <a:srgbClr val="6E747A">
                      <a:alpha val="43000"/>
                    </a:srgbClr>
                  </a:outerShdw>
                </a:effectLst>
                <a:latin typeface="Arial Black" panose="020B0A04020102020204" charset="0"/>
                <a:ea typeface="Microsoft YaHei Light" panose="020B0502040204020203" charset="-122"/>
                <a:cs typeface="Arial Black" panose="020B0A04020102020204" charset="0"/>
              </a:rPr>
              <a:t>ATEET </a:t>
            </a:r>
            <a:r>
              <a:rPr lang="en-US" sz="3000" b="1">
                <a:solidFill>
                  <a:schemeClr val="bg1"/>
                </a:solidFill>
                <a:effectLst>
                  <a:outerShdw blurRad="38100" dist="25400" dir="5400000" algn="ctr" rotWithShape="0">
                    <a:srgbClr val="6E747A">
                      <a:alpha val="43000"/>
                    </a:srgbClr>
                  </a:outerShdw>
                </a:effectLst>
                <a:latin typeface="Arial Black" panose="020B0A04020102020204" charset="0"/>
                <a:ea typeface="Microsoft YaHei Light" panose="020B0502040204020203" charset="-122"/>
                <a:cs typeface="Arial Black" panose="020B0A04020102020204" charset="0"/>
              </a:rPr>
              <a:t>- </a:t>
            </a:r>
            <a:r>
              <a:rPr lang="en-US" sz="3000" b="1">
                <a:solidFill>
                  <a:schemeClr val="tx1">
                    <a:lumMod val="90000"/>
                    <a:lumOff val="10000"/>
                  </a:schemeClr>
                </a:solidFill>
                <a:effectLst>
                  <a:outerShdw blurRad="38100" dist="25400" dir="5400000" algn="ctr" rotWithShape="0">
                    <a:srgbClr val="6E747A">
                      <a:alpha val="43000"/>
                    </a:srgbClr>
                  </a:outerShdw>
                </a:effectLst>
                <a:latin typeface="Arial Black" panose="020B0A04020102020204" charset="0"/>
                <a:ea typeface="Microsoft YaHei Light" panose="020B0502040204020203" charset="-122"/>
                <a:cs typeface="Arial Black" panose="020B0A04020102020204" charset="0"/>
              </a:rPr>
              <a:t>Identification of Monuments </a:t>
            </a:r>
            <a:endParaRPr lang="en-US" sz="3000" b="1">
              <a:solidFill>
                <a:schemeClr val="tx1">
                  <a:lumMod val="90000"/>
                  <a:lumOff val="10000"/>
                </a:schemeClr>
              </a:solidFill>
              <a:effectLst>
                <a:outerShdw blurRad="38100" dist="25400" dir="5400000" algn="ctr" rotWithShape="0">
                  <a:srgbClr val="6E747A">
                    <a:alpha val="43000"/>
                  </a:srgbClr>
                </a:outerShdw>
              </a:effectLst>
              <a:latin typeface="Arial Black" panose="020B0A04020102020204" charset="0"/>
              <a:ea typeface="Microsoft YaHei Light" panose="020B0502040204020203" charset="-122"/>
              <a:cs typeface="Arial Black" panose="020B0A04020102020204" charset="0"/>
            </a:endParaRPr>
          </a:p>
          <a:p>
            <a:pPr algn="l"/>
            <a:r>
              <a:rPr lang="en-US" sz="3000" b="1">
                <a:solidFill>
                  <a:schemeClr val="tx1">
                    <a:lumMod val="90000"/>
                    <a:lumOff val="10000"/>
                  </a:schemeClr>
                </a:solidFill>
                <a:effectLst>
                  <a:outerShdw blurRad="38100" dist="25400" dir="5400000" algn="ctr" rotWithShape="0">
                    <a:srgbClr val="6E747A">
                      <a:alpha val="43000"/>
                    </a:srgbClr>
                  </a:outerShdw>
                </a:effectLst>
                <a:latin typeface="Arial Black" panose="020B0A04020102020204" charset="0"/>
                <a:ea typeface="Microsoft YaHei Light" panose="020B0502040204020203" charset="-122"/>
                <a:cs typeface="Arial Black" panose="020B0A04020102020204" charset="0"/>
              </a:rPr>
              <a:t>from Aerial Images using Deep </a:t>
            </a:r>
            <a:r>
              <a:rPr lang="en-US" sz="3000" b="1">
                <a:solidFill>
                  <a:schemeClr val="tx1">
                    <a:lumMod val="90000"/>
                    <a:lumOff val="10000"/>
                  </a:schemeClr>
                </a:solidFill>
                <a:effectLst/>
                <a:latin typeface="Arial Black" panose="020B0A04020102020204" charset="0"/>
                <a:ea typeface="Microsoft YaHei Light" panose="020B0502040204020203" charset="-122"/>
                <a:cs typeface="Arial Black" panose="020B0A04020102020204" charset="0"/>
              </a:rPr>
              <a:t>Learning </a:t>
            </a:r>
            <a:r>
              <a:rPr lang="en-US" sz="3000" b="1">
                <a:solidFill>
                  <a:schemeClr val="tx1">
                    <a:lumMod val="90000"/>
                    <a:lumOff val="10000"/>
                  </a:schemeClr>
                </a:solidFill>
                <a:effectLst>
                  <a:outerShdw blurRad="38100" dist="25400" dir="5400000" algn="ctr" rotWithShape="0">
                    <a:srgbClr val="6E747A">
                      <a:alpha val="43000"/>
                    </a:srgbClr>
                  </a:outerShdw>
                </a:effectLst>
                <a:latin typeface="Arial Black" panose="020B0A04020102020204" charset="0"/>
                <a:ea typeface="Microsoft YaHei Light" panose="020B0502040204020203" charset="-122"/>
                <a:cs typeface="Arial Black" panose="020B0A04020102020204" charset="0"/>
              </a:rPr>
              <a:t>Techniques</a:t>
            </a:r>
            <a:endParaRPr lang="en-US" sz="3000" b="1">
              <a:solidFill>
                <a:schemeClr val="tx1">
                  <a:lumMod val="90000"/>
                  <a:lumOff val="10000"/>
                </a:schemeClr>
              </a:solidFill>
              <a:effectLst>
                <a:outerShdw blurRad="38100" dist="25400" dir="5400000" algn="ctr" rotWithShape="0">
                  <a:srgbClr val="6E747A">
                    <a:alpha val="43000"/>
                  </a:srgbClr>
                </a:outerShdw>
              </a:effectLst>
              <a:latin typeface="Arial Black" panose="020B0A04020102020204" charset="0"/>
              <a:ea typeface="Microsoft YaHei Light" panose="020B0502040204020203" charset="-122"/>
              <a:cs typeface="Arial Black" panose="020B0A04020102020204" charset="0"/>
            </a:endParaRPr>
          </a:p>
        </p:txBody>
      </p:sp>
      <p:pic>
        <p:nvPicPr>
          <p:cNvPr id="3" name="Picture 2" descr="download (4)"/>
          <p:cNvPicPr>
            <a:picLocks noChangeAspect="1"/>
          </p:cNvPicPr>
          <p:nvPr/>
        </p:nvPicPr>
        <p:blipFill>
          <a:blip r:embed="rId2"/>
          <a:stretch>
            <a:fillRect/>
          </a:stretch>
        </p:blipFill>
        <p:spPr>
          <a:xfrm>
            <a:off x="8126730" y="84455"/>
            <a:ext cx="927735" cy="927735"/>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p:pic>
        <p:nvPicPr>
          <p:cNvPr id="6" name="Picture 5" descr="Ateet"/>
          <p:cNvPicPr>
            <a:picLocks noChangeAspect="1"/>
          </p:cNvPicPr>
          <p:nvPr/>
        </p:nvPicPr>
        <p:blipFill>
          <a:blip r:embed="rId1"/>
          <a:stretch>
            <a:fillRect/>
          </a:stretch>
        </p:blipFill>
        <p:spPr>
          <a:xfrm>
            <a:off x="2339975" y="286385"/>
            <a:ext cx="4464050" cy="44640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alphaModFix amt="17000"/>
          </a:blip>
          <a:stretch>
            <a:fillRect/>
          </a:stretch>
        </a:blipFill>
        <a:effectLst/>
      </p:bgPr>
    </p:bg>
    <p:spTree>
      <p:nvGrpSpPr>
        <p:cNvPr id="1" name=""/>
        <p:cNvGrpSpPr/>
        <p:nvPr/>
      </p:nvGrpSpPr>
      <p:grpSpPr/>
      <p:pic>
        <p:nvPicPr>
          <p:cNvPr id="4" name="Picture 3" descr="360_F_362938515_5rnB7YAggHjL1re0yHTZxz09p6BGjQXe"/>
          <p:cNvPicPr>
            <a:picLocks noChangeAspect="1"/>
          </p:cNvPicPr>
          <p:nvPr/>
        </p:nvPicPr>
        <p:blipFill>
          <a:blip r:embed="rId1"/>
          <a:srcRect b="23553"/>
          <a:stretch>
            <a:fillRect/>
          </a:stretch>
        </p:blipFill>
        <p:spPr>
          <a:xfrm>
            <a:off x="3823335" y="2023110"/>
            <a:ext cx="1496695" cy="838835"/>
          </a:xfrm>
          <a:prstGeom prst="rect">
            <a:avLst/>
          </a:prstGeom>
        </p:spPr>
      </p:pic>
      <p:sp>
        <p:nvSpPr>
          <p:cNvPr id="5" name="Text Box 4"/>
          <p:cNvSpPr txBox="1"/>
          <p:nvPr/>
        </p:nvSpPr>
        <p:spPr>
          <a:xfrm>
            <a:off x="226695" y="2861945"/>
            <a:ext cx="8691880" cy="2153285"/>
          </a:xfrm>
          <a:prstGeom prst="rect">
            <a:avLst/>
          </a:prstGeom>
          <a:noFill/>
        </p:spPr>
        <p:txBody>
          <a:bodyPr wrap="square" rtlCol="0" anchor="t">
            <a:spAutoFit/>
          </a:bodyPr>
          <a:p>
            <a:pPr algn="just"/>
            <a:r>
              <a:rPr lang="en-US" b="1">
                <a:solidFill>
                  <a:srgbClr val="FF0000"/>
                </a:solidFill>
              </a:rPr>
              <a:t>OBJECTIVE:</a:t>
            </a:r>
            <a:endParaRPr lang="en-US" b="1">
              <a:solidFill>
                <a:srgbClr val="FF0000"/>
              </a:solidFill>
            </a:endParaRPr>
          </a:p>
          <a:p>
            <a:pPr algn="just"/>
            <a:endParaRPr lang="en-US" sz="1200">
              <a:solidFill>
                <a:srgbClr val="FF0000"/>
              </a:solidFill>
            </a:endParaRPr>
          </a:p>
          <a:p>
            <a:pPr marL="228600" indent="-228600" algn="just">
              <a:lnSpc>
                <a:spcPct val="150000"/>
              </a:lnSpc>
              <a:buAutoNum type="arabicPeriod"/>
            </a:pPr>
            <a:r>
              <a:rPr lang="en-US" sz="1200"/>
              <a:t>The objective of the research focused to prepare the custom </a:t>
            </a:r>
            <a:r>
              <a:rPr lang="en-US" sz="1200" b="1"/>
              <a:t>aerial imagery</a:t>
            </a:r>
            <a:r>
              <a:rPr lang="en-US" sz="1200"/>
              <a:t> dataset of some monuments of </a:t>
            </a:r>
            <a:r>
              <a:rPr lang="en-US" sz="1200" b="1"/>
              <a:t>Delhi (Qutub minar, Lotus temple, Jama masjid, Humayun's tomb)</a:t>
            </a:r>
            <a:r>
              <a:rPr lang="en-US" sz="1200"/>
              <a:t> and implementing deep learning techniques to detect the monuments. </a:t>
            </a:r>
            <a:endParaRPr lang="en-US" sz="1200"/>
          </a:p>
          <a:p>
            <a:pPr marL="228600" indent="-228600" algn="just">
              <a:lnSpc>
                <a:spcPct val="150000"/>
              </a:lnSpc>
              <a:buAutoNum type="arabicPeriod"/>
            </a:pPr>
            <a:r>
              <a:rPr lang="en-US" sz="1200" b="1"/>
              <a:t>VGG-16</a:t>
            </a:r>
            <a:r>
              <a:rPr lang="en-US" sz="1200"/>
              <a:t> and</a:t>
            </a:r>
            <a:r>
              <a:rPr lang="en-US" sz="1200" b="1"/>
              <a:t> YOLO v5</a:t>
            </a:r>
            <a:r>
              <a:rPr lang="en-US" sz="1200"/>
              <a:t> model is used for monument detection and compared the accuracy to choose the best analysis model.</a:t>
            </a:r>
            <a:endParaRPr lang="en-US" sz="1200"/>
          </a:p>
          <a:p>
            <a:pPr marL="228600" indent="-228600" algn="just">
              <a:lnSpc>
                <a:spcPct val="150000"/>
              </a:lnSpc>
              <a:buAutoNum type="arabicPeriod"/>
            </a:pPr>
            <a:r>
              <a:rPr lang="en-US" sz="1200"/>
              <a:t>Develop an </a:t>
            </a:r>
            <a:r>
              <a:rPr lang="en-US" sz="1200" b="1"/>
              <a:t>ATEET</a:t>
            </a:r>
            <a:r>
              <a:rPr lang="en-US" sz="1200"/>
              <a:t> web user interface to demonstrate the research project.</a:t>
            </a:r>
            <a:endParaRPr lang="en-US" sz="1200"/>
          </a:p>
        </p:txBody>
      </p:sp>
      <p:sp>
        <p:nvSpPr>
          <p:cNvPr id="6" name="Text Box 5"/>
          <p:cNvSpPr txBox="1"/>
          <p:nvPr/>
        </p:nvSpPr>
        <p:spPr>
          <a:xfrm>
            <a:off x="226695" y="304165"/>
            <a:ext cx="8691245" cy="1568450"/>
          </a:xfrm>
          <a:prstGeom prst="rect">
            <a:avLst/>
          </a:prstGeom>
          <a:noFill/>
        </p:spPr>
        <p:txBody>
          <a:bodyPr wrap="square" rtlCol="0">
            <a:spAutoFit/>
          </a:bodyPr>
          <a:p>
            <a:pPr algn="just"/>
            <a:r>
              <a:rPr lang="en-US" sz="1200">
                <a:solidFill>
                  <a:srgbClr val="5D5026"/>
                </a:solidFill>
              </a:rPr>
              <a:t>Delhi is the capital of India and the center of heritage monuments and individual architectural or artistic monuments and historic urban centers. Such places are also UNESCO heritage sites and centers of tourism. Monitoring and developing the application to identify and locate these sites from an aerial view. </a:t>
            </a:r>
            <a:endParaRPr lang="en-US" sz="1200">
              <a:solidFill>
                <a:srgbClr val="5D5026"/>
              </a:solidFill>
            </a:endParaRPr>
          </a:p>
          <a:p>
            <a:pPr algn="just"/>
            <a:endParaRPr lang="en-US" sz="1200">
              <a:solidFill>
                <a:srgbClr val="5D5026"/>
              </a:solidFill>
            </a:endParaRPr>
          </a:p>
          <a:p>
            <a:pPr algn="just"/>
            <a:r>
              <a:rPr lang="en-US" sz="1200" b="1">
                <a:solidFill>
                  <a:srgbClr val="5D5026"/>
                </a:solidFill>
              </a:rPr>
              <a:t>Unmanned Aerial vehicles (UAVs)</a:t>
            </a:r>
            <a:r>
              <a:rPr lang="en-US" sz="1200">
                <a:solidFill>
                  <a:srgbClr val="5D5026"/>
                </a:solidFill>
              </a:rPr>
              <a:t> are used to acquire aerial photographs and collection of high-resolution imaging data in a stipulated time at a low cost and revolutionize the practice by allowing surveyors to detect possible areas of interest, before going messy. With the combination of aerial data and deep learning, identification and localization are quite easy which is helpful to connect with other technologies such as IoT, AR, and VR.</a:t>
            </a:r>
            <a:endParaRPr lang="en-US" sz="1200">
              <a:solidFill>
                <a:srgbClr val="5D5026"/>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p:sp>
        <p:nvSpPr>
          <p:cNvPr id="359" name="Google Shape;359;p40"/>
          <p:cNvSpPr txBox="1"/>
          <p:nvPr/>
        </p:nvSpPr>
        <p:spPr>
          <a:xfrm>
            <a:off x="0" y="445770"/>
            <a:ext cx="2874645" cy="629285"/>
          </a:xfrm>
          <a:prstGeom prst="rect">
            <a:avLst/>
          </a:prstGeom>
          <a:gradFill flip="none">
            <a:gsLst>
              <a:gs pos="0">
                <a:srgbClr val="9EE256"/>
              </a:gs>
              <a:gs pos="0">
                <a:srgbClr val="52762D"/>
              </a:gs>
            </a:gsLst>
            <a:lin ang="5400000" scaled="0"/>
          </a:grad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000"/>
              <a:buFont typeface="Oswald Regular"/>
              <a:buNone/>
              <a:defRPr sz="3000" b="0" i="0" u="none" strike="noStrike" cap="none">
                <a:solidFill>
                  <a:schemeClr val="dk2"/>
                </a:solidFill>
                <a:latin typeface="Oswald Regular"/>
                <a:ea typeface="Oswald Regular"/>
                <a:cs typeface="Oswald Regular"/>
                <a:sym typeface="Oswald Regular"/>
              </a:defRPr>
            </a:lvl1pPr>
            <a:lvl2pPr marR="0" lvl="1" algn="ctr" rtl="0">
              <a:lnSpc>
                <a:spcPct val="100000"/>
              </a:lnSpc>
              <a:spcBef>
                <a:spcPts val="0"/>
              </a:spcBef>
              <a:spcAft>
                <a:spcPts val="0"/>
              </a:spcAft>
              <a:buClr>
                <a:schemeClr val="dk2"/>
              </a:buClr>
              <a:buSzPts val="3000"/>
              <a:buFont typeface="Arial" panose="020B0604020202020204"/>
              <a:buNone/>
              <a:defRPr sz="3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chemeClr val="dk2"/>
              </a:buClr>
              <a:buSzPts val="3000"/>
              <a:buFont typeface="Arial" panose="020B0604020202020204"/>
              <a:buNone/>
              <a:defRPr sz="3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chemeClr val="dk2"/>
              </a:buClr>
              <a:buSzPts val="3000"/>
              <a:buFont typeface="Arial" panose="020B0604020202020204"/>
              <a:buNone/>
              <a:defRPr sz="3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chemeClr val="dk2"/>
              </a:buClr>
              <a:buSzPts val="3000"/>
              <a:buFont typeface="Arial" panose="020B0604020202020204"/>
              <a:buNone/>
              <a:defRPr sz="3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chemeClr val="dk2"/>
              </a:buClr>
              <a:buSzPts val="3000"/>
              <a:buFont typeface="Arial" panose="020B0604020202020204"/>
              <a:buNone/>
              <a:defRPr sz="3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chemeClr val="dk2"/>
              </a:buClr>
              <a:buSzPts val="3000"/>
              <a:buFont typeface="Arial" panose="020B0604020202020204"/>
              <a:buNone/>
              <a:defRPr sz="3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chemeClr val="dk2"/>
              </a:buClr>
              <a:buSzPts val="3000"/>
              <a:buFont typeface="Arial" panose="020B0604020202020204"/>
              <a:buNone/>
              <a:defRPr sz="3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chemeClr val="dk2"/>
              </a:buClr>
              <a:buSzPts val="3000"/>
              <a:buFont typeface="Arial" panose="020B0604020202020204"/>
              <a:buNone/>
              <a:defRPr sz="3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ctr" rtl="0">
              <a:spcBef>
                <a:spcPts val="0"/>
              </a:spcBef>
              <a:spcAft>
                <a:spcPts val="0"/>
              </a:spcAft>
              <a:buNone/>
            </a:pPr>
            <a:r>
              <a:rPr lang="en-US" altLang="en-GB" sz="3200">
                <a:solidFill>
                  <a:srgbClr val="F3541A"/>
                </a:solidFill>
                <a:latin typeface="Franklin Gothic Medium" panose="020B0603020102020204" charset="0"/>
                <a:cs typeface="Franklin Gothic Medium" panose="020B0603020102020204" charset="0"/>
              </a:rPr>
              <a:t>BASE PAPER</a:t>
            </a:r>
            <a:endParaRPr lang="en-US" altLang="en-GB" sz="3200">
              <a:solidFill>
                <a:srgbClr val="F3541A"/>
              </a:solidFill>
              <a:latin typeface="Franklin Gothic Medium" panose="020B0603020102020204" charset="0"/>
              <a:cs typeface="Franklin Gothic Medium" panose="020B0603020102020204" charset="0"/>
            </a:endParaRPr>
          </a:p>
        </p:txBody>
      </p:sp>
      <p:pic>
        <p:nvPicPr>
          <p:cNvPr id="2" name="Picture 1" descr="base"/>
          <p:cNvPicPr>
            <a:picLocks noChangeAspect="1"/>
          </p:cNvPicPr>
          <p:nvPr/>
        </p:nvPicPr>
        <p:blipFill>
          <a:blip r:embed="rId1"/>
          <a:stretch>
            <a:fillRect/>
          </a:stretch>
        </p:blipFill>
        <p:spPr>
          <a:xfrm>
            <a:off x="3735070" y="87630"/>
            <a:ext cx="4701540" cy="48463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356" name="Shape 356"/>
        <p:cNvGrpSpPr/>
        <p:nvPr/>
      </p:nvGrpSpPr>
      <p:grpSpPr>
        <a:xfrm>
          <a:off x="0" y="0"/>
          <a:ext cx="0" cy="0"/>
          <a:chOff x="0" y="0"/>
          <a:chExt cx="0" cy="0"/>
        </a:xfrm>
      </p:grpSpPr>
      <p:sp>
        <p:nvSpPr>
          <p:cNvPr id="357" name="Google Shape;357;p40"/>
          <p:cNvSpPr txBox="1"/>
          <p:nvPr>
            <p:ph type="subTitle" idx="4294967295"/>
          </p:nvPr>
        </p:nvSpPr>
        <p:spPr>
          <a:xfrm>
            <a:off x="0" y="1455420"/>
            <a:ext cx="2561590" cy="459105"/>
          </a:xfrm>
          <a:prstGeom prst="rect">
            <a:avLst/>
          </a:prstGeom>
          <a:solidFill>
            <a:schemeClr val="accent5">
              <a:lumMod val="50000"/>
              <a:lumOff val="50000"/>
            </a:schemeClr>
          </a:solidFill>
        </p:spPr>
        <p:txBody>
          <a:bodyPr spcFirstLastPara="1" wrap="square" lIns="91425" tIns="91425" rIns="91425" bIns="91425" anchor="ctr" anchorCtr="0">
            <a:noAutofit/>
          </a:bodyPr>
          <a:lstStyle/>
          <a:p>
            <a:pPr marL="0" lvl="0" indent="0" algn="ctr" rtl="0">
              <a:spcBef>
                <a:spcPts val="0"/>
              </a:spcBef>
              <a:spcAft>
                <a:spcPts val="0"/>
              </a:spcAft>
              <a:buNone/>
            </a:pPr>
            <a:r>
              <a:rPr lang="en-GB" b="1">
                <a:solidFill>
                  <a:schemeClr val="lt1"/>
                </a:solidFill>
                <a:latin typeface="Times New Roman" panose="02020603050405020304" charset="0"/>
                <a:cs typeface="Times New Roman" panose="02020603050405020304" charset="0"/>
              </a:rPr>
              <a:t>Technology </a:t>
            </a:r>
            <a:endParaRPr lang="en-GB" b="1">
              <a:solidFill>
                <a:schemeClr val="lt1"/>
              </a:solidFill>
              <a:latin typeface="Times New Roman" panose="02020603050405020304" charset="0"/>
              <a:cs typeface="Times New Roman" panose="02020603050405020304" charset="0"/>
            </a:endParaRPr>
          </a:p>
        </p:txBody>
      </p:sp>
      <p:sp>
        <p:nvSpPr>
          <p:cNvPr id="358" name="Google Shape;358;p40"/>
          <p:cNvSpPr txBox="1"/>
          <p:nvPr>
            <p:ph type="subTitle" idx="4294967295"/>
          </p:nvPr>
        </p:nvSpPr>
        <p:spPr>
          <a:xfrm>
            <a:off x="5435600" y="1455420"/>
            <a:ext cx="1776730" cy="458470"/>
          </a:xfrm>
          <a:prstGeom prst="rect">
            <a:avLst/>
          </a:prstGeom>
          <a:solidFill>
            <a:schemeClr val="accent5">
              <a:lumMod val="50000"/>
              <a:lumOff val="50000"/>
            </a:schemeClr>
          </a:solidFill>
        </p:spPr>
        <p:txBody>
          <a:bodyPr spcFirstLastPara="1" wrap="square" lIns="91425" tIns="91425" rIns="91425" bIns="91425" anchor="ctr" anchorCtr="0">
            <a:noAutofit/>
          </a:bodyPr>
          <a:lstStyle/>
          <a:p>
            <a:pPr marL="0" lvl="0" indent="0" algn="l" rtl="0">
              <a:spcBef>
                <a:spcPts val="0"/>
              </a:spcBef>
              <a:spcAft>
                <a:spcPts val="0"/>
              </a:spcAft>
              <a:buNone/>
            </a:pPr>
            <a:r>
              <a:rPr lang="en-GB" b="1">
                <a:solidFill>
                  <a:schemeClr val="lt1"/>
                </a:solidFill>
                <a:latin typeface="Times New Roman" panose="02020603050405020304" charset="0"/>
                <a:cs typeface="Times New Roman" panose="02020603050405020304" charset="0"/>
              </a:rPr>
              <a:t>Software</a:t>
            </a:r>
            <a:endParaRPr lang="en-GB" b="1">
              <a:solidFill>
                <a:schemeClr val="lt1"/>
              </a:solidFill>
              <a:latin typeface="Times New Roman" panose="02020603050405020304" charset="0"/>
              <a:cs typeface="Times New Roman" panose="02020603050405020304" charset="0"/>
            </a:endParaRPr>
          </a:p>
        </p:txBody>
      </p:sp>
      <p:sp>
        <p:nvSpPr>
          <p:cNvPr id="359" name="Google Shape;359;p40"/>
          <p:cNvSpPr txBox="1"/>
          <p:nvPr>
            <p:ph type="title" idx="4294967295"/>
          </p:nvPr>
        </p:nvSpPr>
        <p:spPr>
          <a:xfrm>
            <a:off x="0" y="445770"/>
            <a:ext cx="7703820" cy="629285"/>
          </a:xfrm>
          <a:prstGeom prst="rect">
            <a:avLst/>
          </a:prstGeom>
          <a:solidFill>
            <a:schemeClr val="lt1"/>
          </a:solidFill>
        </p:spPr>
        <p:txBody>
          <a:bodyPr spcFirstLastPara="1" wrap="square" lIns="91425" tIns="91425" rIns="91425" bIns="91425" anchor="t" anchorCtr="0">
            <a:noAutofit/>
          </a:bodyPr>
          <a:lstStyle/>
          <a:p>
            <a:pPr marL="0" lvl="0" indent="0" algn="ctr" rtl="0">
              <a:spcBef>
                <a:spcPts val="0"/>
              </a:spcBef>
              <a:spcAft>
                <a:spcPts val="0"/>
              </a:spcAft>
              <a:buNone/>
            </a:pPr>
            <a:r>
              <a:rPr lang="en-GB" sz="3200">
                <a:solidFill>
                  <a:srgbClr val="F3541A"/>
                </a:solidFill>
                <a:latin typeface="Franklin Gothic Medium" panose="020B0603020102020204" charset="0"/>
                <a:cs typeface="Franklin Gothic Medium" panose="020B0603020102020204" charset="0"/>
              </a:rPr>
              <a:t>PREREQUISITE</a:t>
            </a:r>
            <a:endParaRPr lang="en-GB" sz="3200">
              <a:solidFill>
                <a:srgbClr val="F3541A"/>
              </a:solidFill>
              <a:latin typeface="Franklin Gothic Medium" panose="020B0603020102020204" charset="0"/>
              <a:cs typeface="Franklin Gothic Medium" panose="020B0603020102020204" charset="0"/>
            </a:endParaRPr>
          </a:p>
        </p:txBody>
      </p:sp>
      <p:sp>
        <p:nvSpPr>
          <p:cNvPr id="360" name="Google Shape;360;p40"/>
          <p:cNvSpPr txBox="1"/>
          <p:nvPr>
            <p:ph type="subTitle" idx="4294967295"/>
          </p:nvPr>
        </p:nvSpPr>
        <p:spPr>
          <a:xfrm>
            <a:off x="464185" y="1917700"/>
            <a:ext cx="2098040" cy="995680"/>
          </a:xfrm>
          <a:prstGeom prst="rect">
            <a:avLst/>
          </a:prstGeom>
        </p:spPr>
        <p:txBody>
          <a:bodyPr spcFirstLastPara="1" wrap="square" lIns="91425" tIns="91425" rIns="91425" bIns="91425" anchor="t" anchorCtr="0">
            <a:noAutofit/>
          </a:bodyPr>
          <a:lstStyle/>
          <a:p>
            <a:pPr marL="387350" lvl="0" indent="-285750" algn="l" rtl="0">
              <a:spcBef>
                <a:spcPts val="0"/>
              </a:spcBef>
              <a:spcAft>
                <a:spcPts val="0"/>
              </a:spcAft>
              <a:buClr>
                <a:srgbClr val="EEEEEE"/>
              </a:buClr>
              <a:buSzPts val="2000"/>
              <a:buFont typeface="Arial" panose="020B0604020202020204" pitchFamily="34" charset="0"/>
              <a:buChar char="•"/>
            </a:pPr>
            <a:r>
              <a:rPr lang="en-US" sz="1400">
                <a:solidFill>
                  <a:srgbClr val="EEEEEE"/>
                </a:solidFill>
                <a:latin typeface="Times New Roman" panose="02020603050405020304" charset="0"/>
                <a:ea typeface="Scope One" panose="02060403030504020204"/>
                <a:cs typeface="Times New Roman" panose="02020603050405020304" charset="0"/>
                <a:sym typeface="Scope One" panose="02060403030504020204"/>
              </a:rPr>
              <a:t>Computer Vision</a:t>
            </a:r>
            <a:endParaRPr lang="en-US" sz="1400">
              <a:solidFill>
                <a:srgbClr val="EEEEEE"/>
              </a:solidFill>
              <a:latin typeface="Times New Roman" panose="02020603050405020304" charset="0"/>
              <a:ea typeface="Scope One" panose="02060403030504020204"/>
              <a:cs typeface="Times New Roman" panose="02020603050405020304" charset="0"/>
              <a:sym typeface="Scope One" panose="02060403030504020204"/>
            </a:endParaRPr>
          </a:p>
          <a:p>
            <a:pPr marL="387350" lvl="0" indent="-285750" algn="l" rtl="0">
              <a:spcBef>
                <a:spcPts val="0"/>
              </a:spcBef>
              <a:spcAft>
                <a:spcPts val="0"/>
              </a:spcAft>
              <a:buClr>
                <a:srgbClr val="EEEEEE"/>
              </a:buClr>
              <a:buSzPts val="2000"/>
              <a:buFont typeface="Arial" panose="020B0604020202020204" pitchFamily="34" charset="0"/>
              <a:buChar char="•"/>
            </a:pPr>
            <a:r>
              <a:rPr lang="en-US" sz="1400">
                <a:solidFill>
                  <a:srgbClr val="EEEEEE"/>
                </a:solidFill>
                <a:latin typeface="Times New Roman" panose="02020603050405020304" charset="0"/>
                <a:ea typeface="Scope One" panose="02060403030504020204"/>
                <a:cs typeface="Times New Roman" panose="02020603050405020304" charset="0"/>
                <a:sym typeface="Scope One" panose="02060403030504020204"/>
              </a:rPr>
              <a:t>Deep Learning</a:t>
            </a:r>
            <a:endParaRPr lang="en-US" sz="1400">
              <a:solidFill>
                <a:srgbClr val="EEEEEE"/>
              </a:solidFill>
              <a:latin typeface="Times New Roman" panose="02020603050405020304" charset="0"/>
              <a:ea typeface="Scope One" panose="02060403030504020204"/>
              <a:cs typeface="Times New Roman" panose="02020603050405020304" charset="0"/>
              <a:sym typeface="Scope One" panose="02060403030504020204"/>
            </a:endParaRPr>
          </a:p>
          <a:p>
            <a:pPr marL="387350" lvl="0" indent="-285750" algn="l" rtl="0">
              <a:spcBef>
                <a:spcPts val="0"/>
              </a:spcBef>
              <a:spcAft>
                <a:spcPts val="0"/>
              </a:spcAft>
              <a:buClr>
                <a:srgbClr val="EEEEEE"/>
              </a:buClr>
              <a:buSzPts val="2000"/>
              <a:buFont typeface="Arial" panose="020B0604020202020204" pitchFamily="34" charset="0"/>
              <a:buChar char="•"/>
            </a:pPr>
            <a:r>
              <a:rPr lang="en-US" sz="1400">
                <a:solidFill>
                  <a:srgbClr val="EEEEEE"/>
                </a:solidFill>
                <a:latin typeface="Times New Roman" panose="02020603050405020304" charset="0"/>
                <a:ea typeface="Scope One" panose="02060403030504020204"/>
                <a:cs typeface="Times New Roman" panose="02020603050405020304" charset="0"/>
                <a:sym typeface="Scope One" panose="02060403030504020204"/>
              </a:rPr>
              <a:t>Web Development</a:t>
            </a:r>
            <a:endParaRPr lang="en-US" sz="1400">
              <a:solidFill>
                <a:srgbClr val="EEEEEE"/>
              </a:solidFill>
              <a:latin typeface="Times New Roman" panose="02020603050405020304" charset="0"/>
              <a:ea typeface="Scope One" panose="02060403030504020204"/>
              <a:cs typeface="Times New Roman" panose="02020603050405020304" charset="0"/>
              <a:sym typeface="Scope One" panose="02060403030504020204"/>
            </a:endParaRPr>
          </a:p>
          <a:p>
            <a:pPr marL="0" lvl="0" indent="0" algn="ctr" rtl="0">
              <a:spcBef>
                <a:spcPts val="0"/>
              </a:spcBef>
              <a:spcAft>
                <a:spcPts val="0"/>
              </a:spcAft>
              <a:buNone/>
            </a:pPr>
            <a:endParaRPr sz="1400">
              <a:solidFill>
                <a:srgbClr val="EEEEEE"/>
              </a:solidFill>
              <a:latin typeface="Times New Roman" panose="02020603050405020304" charset="0"/>
              <a:ea typeface="Scope One" panose="02060403030504020204"/>
              <a:cs typeface="Times New Roman" panose="02020603050405020304" charset="0"/>
              <a:sym typeface="Scope One" panose="02060403030504020204"/>
            </a:endParaRPr>
          </a:p>
        </p:txBody>
      </p:sp>
      <p:sp>
        <p:nvSpPr>
          <p:cNvPr id="361" name="Google Shape;361;p40"/>
          <p:cNvSpPr txBox="1"/>
          <p:nvPr>
            <p:ph type="subTitle" idx="4294967295"/>
          </p:nvPr>
        </p:nvSpPr>
        <p:spPr>
          <a:xfrm>
            <a:off x="5435600" y="2005330"/>
            <a:ext cx="3127375" cy="989330"/>
          </a:xfrm>
          <a:prstGeom prst="rect">
            <a:avLst/>
          </a:prstGeom>
        </p:spPr>
        <p:txBody>
          <a:bodyPr spcFirstLastPara="1" wrap="square" lIns="91425" tIns="91425" rIns="91425" bIns="91425" anchor="t" anchorCtr="0">
            <a:noAutofit/>
          </a:bodyPr>
          <a:lstStyle/>
          <a:p>
            <a:pPr marL="387350" lvl="0" indent="-285750" algn="l" rtl="0">
              <a:spcBef>
                <a:spcPts val="0"/>
              </a:spcBef>
              <a:spcAft>
                <a:spcPts val="0"/>
              </a:spcAft>
              <a:buClr>
                <a:srgbClr val="EEEEEE"/>
              </a:buClr>
              <a:buSzPts val="2000"/>
              <a:buFont typeface="Arial" panose="020B0604020202020204" pitchFamily="34" charset="0"/>
              <a:buChar char="•"/>
            </a:pPr>
            <a:r>
              <a:rPr lang="en-GB" sz="1400">
                <a:solidFill>
                  <a:srgbClr val="EEEEEE"/>
                </a:solidFill>
                <a:latin typeface="Times New Roman" panose="02020603050405020304" charset="0"/>
                <a:ea typeface="Scope One" panose="02060403030504020204"/>
                <a:cs typeface="Times New Roman" panose="02020603050405020304" charset="0"/>
                <a:sym typeface="Scope One" panose="02060403030504020204"/>
              </a:rPr>
              <a:t>Anaconda(Jupyter Notebook)</a:t>
            </a:r>
            <a:endParaRPr lang="en-GB" sz="1400">
              <a:solidFill>
                <a:srgbClr val="EEEEEE"/>
              </a:solidFill>
              <a:latin typeface="Times New Roman" panose="02020603050405020304" charset="0"/>
              <a:ea typeface="Scope One" panose="02060403030504020204"/>
              <a:cs typeface="Times New Roman" panose="02020603050405020304" charset="0"/>
              <a:sym typeface="Scope One" panose="02060403030504020204"/>
            </a:endParaRPr>
          </a:p>
          <a:p>
            <a:pPr marL="387350" lvl="0" indent="-285750" algn="l" rtl="0">
              <a:spcBef>
                <a:spcPts val="0"/>
              </a:spcBef>
              <a:spcAft>
                <a:spcPts val="0"/>
              </a:spcAft>
              <a:buClr>
                <a:srgbClr val="EEEEEE"/>
              </a:buClr>
              <a:buSzPts val="2000"/>
              <a:buFont typeface="Arial" panose="020B0604020202020204" pitchFamily="34" charset="0"/>
              <a:buChar char="•"/>
            </a:pPr>
            <a:r>
              <a:rPr lang="en-US" altLang="en-GB" sz="1400">
                <a:solidFill>
                  <a:srgbClr val="EEEEEE"/>
                </a:solidFill>
                <a:latin typeface="Times New Roman" panose="02020603050405020304" charset="0"/>
                <a:ea typeface="Scope One" panose="02060403030504020204"/>
                <a:cs typeface="Times New Roman" panose="02020603050405020304" charset="0"/>
                <a:sym typeface="Scope One" panose="02060403030504020204"/>
              </a:rPr>
              <a:t>PyCharm </a:t>
            </a:r>
            <a:endParaRPr lang="en-GB" sz="1400">
              <a:solidFill>
                <a:srgbClr val="EEEEEE"/>
              </a:solidFill>
              <a:latin typeface="Times New Roman" panose="02020603050405020304" charset="0"/>
              <a:ea typeface="Scope One" panose="02060403030504020204"/>
              <a:cs typeface="Times New Roman" panose="02020603050405020304" charset="0"/>
              <a:sym typeface="Scope One" panose="02060403030504020204"/>
            </a:endParaRPr>
          </a:p>
          <a:p>
            <a:pPr marL="387350" lvl="0" indent="-285750" algn="l" rtl="0">
              <a:spcBef>
                <a:spcPts val="0"/>
              </a:spcBef>
              <a:spcAft>
                <a:spcPts val="0"/>
              </a:spcAft>
              <a:buClr>
                <a:srgbClr val="EEEEEE"/>
              </a:buClr>
              <a:buSzPts val="2000"/>
              <a:buFont typeface="Arial" panose="020B0604020202020204" pitchFamily="34" charset="0"/>
              <a:buChar char="•"/>
            </a:pPr>
            <a:r>
              <a:rPr lang="en-US" altLang="en-GB" sz="1400">
                <a:solidFill>
                  <a:srgbClr val="EEEEEE"/>
                </a:solidFill>
                <a:latin typeface="Times New Roman" panose="02020603050405020304" charset="0"/>
                <a:ea typeface="Scope One" panose="02060403030504020204"/>
                <a:cs typeface="Times New Roman" panose="02020603050405020304" charset="0"/>
                <a:sym typeface="Scope One" panose="02060403030504020204"/>
              </a:rPr>
              <a:t>HTML, CSS, Flask</a:t>
            </a:r>
            <a:endParaRPr lang="en-US" altLang="en-GB" sz="1400">
              <a:solidFill>
                <a:srgbClr val="EEEEEE"/>
              </a:solidFill>
              <a:latin typeface="Times New Roman" panose="02020603050405020304" charset="0"/>
              <a:ea typeface="Scope One" panose="02060403030504020204"/>
              <a:cs typeface="Times New Roman" panose="02020603050405020304" charset="0"/>
              <a:sym typeface="Scope One" panose="02060403030504020204"/>
            </a:endParaRPr>
          </a:p>
        </p:txBody>
      </p:sp>
      <p:sp>
        <p:nvSpPr>
          <p:cNvPr id="362" name="Google Shape;362;p40"/>
          <p:cNvSpPr txBox="1"/>
          <p:nvPr>
            <p:ph type="subTitle" idx="4294967295"/>
          </p:nvPr>
        </p:nvSpPr>
        <p:spPr>
          <a:xfrm>
            <a:off x="464185" y="3623310"/>
            <a:ext cx="2971800" cy="963930"/>
          </a:xfrm>
          <a:prstGeom prst="rect">
            <a:avLst/>
          </a:prstGeom>
        </p:spPr>
        <p:txBody>
          <a:bodyPr spcFirstLastPara="1" wrap="square" lIns="91425" tIns="91425" rIns="91425" bIns="91425" anchor="t" anchorCtr="0">
            <a:noAutofit/>
          </a:bodyPr>
          <a:lstStyle/>
          <a:p>
            <a:pPr marL="387350" lvl="0" indent="-285750" algn="l" rtl="0">
              <a:spcBef>
                <a:spcPts val="0"/>
              </a:spcBef>
              <a:spcAft>
                <a:spcPts val="0"/>
              </a:spcAft>
              <a:buClr>
                <a:srgbClr val="EEEEEE"/>
              </a:buClr>
              <a:buSzPts val="2000"/>
              <a:buFont typeface="Arial" panose="020B0604020202020204" pitchFamily="34" charset="0"/>
              <a:buChar char="•"/>
            </a:pPr>
            <a:r>
              <a:rPr lang="en-GB" sz="1400">
                <a:solidFill>
                  <a:srgbClr val="EEEEEE"/>
                </a:solidFill>
                <a:latin typeface="Times New Roman" panose="02020603050405020304" charset="0"/>
                <a:ea typeface="Scope One" panose="02060403030504020204"/>
                <a:cs typeface="Times New Roman" panose="02020603050405020304" charset="0"/>
                <a:sym typeface="Scope One" panose="02060403030504020204"/>
              </a:rPr>
              <a:t>Python</a:t>
            </a:r>
            <a:endParaRPr lang="en-US" sz="1400">
              <a:solidFill>
                <a:srgbClr val="EEEEEE"/>
              </a:solidFill>
              <a:latin typeface="Times New Roman" panose="02020603050405020304" charset="0"/>
              <a:ea typeface="Scope One" panose="02060403030504020204"/>
              <a:cs typeface="Times New Roman" panose="02020603050405020304" charset="0"/>
              <a:sym typeface="Scope One" panose="02060403030504020204"/>
            </a:endParaRPr>
          </a:p>
          <a:p>
            <a:pPr marL="387350" lvl="0" indent="-285750" algn="l" rtl="0">
              <a:spcBef>
                <a:spcPts val="0"/>
              </a:spcBef>
              <a:spcAft>
                <a:spcPts val="0"/>
              </a:spcAft>
              <a:buClr>
                <a:srgbClr val="EEEEEE"/>
              </a:buClr>
              <a:buSzPts val="2000"/>
              <a:buFont typeface="Arial" panose="020B0604020202020204" pitchFamily="34" charset="0"/>
              <a:buChar char="•"/>
            </a:pPr>
            <a:r>
              <a:rPr lang="en-US" sz="1400">
                <a:solidFill>
                  <a:srgbClr val="EEEEEE"/>
                </a:solidFill>
                <a:latin typeface="Times New Roman" panose="02020603050405020304" charset="0"/>
                <a:ea typeface="Scope One" panose="02060403030504020204"/>
                <a:cs typeface="Times New Roman" panose="02020603050405020304" charset="0"/>
                <a:sym typeface="Scope One" panose="02060403030504020204"/>
              </a:rPr>
              <a:t>TensorFLow 2.10</a:t>
            </a:r>
            <a:endParaRPr lang="en-US" sz="1400">
              <a:solidFill>
                <a:srgbClr val="EEEEEE"/>
              </a:solidFill>
              <a:latin typeface="Times New Roman" panose="02020603050405020304" charset="0"/>
              <a:ea typeface="Scope One" panose="02060403030504020204"/>
              <a:cs typeface="Times New Roman" panose="02020603050405020304" charset="0"/>
              <a:sym typeface="Scope One" panose="02060403030504020204"/>
            </a:endParaRPr>
          </a:p>
          <a:p>
            <a:pPr marL="387350" lvl="0" indent="-285750" algn="l" rtl="0">
              <a:spcBef>
                <a:spcPts val="0"/>
              </a:spcBef>
              <a:spcAft>
                <a:spcPts val="0"/>
              </a:spcAft>
              <a:buClr>
                <a:srgbClr val="EEEEEE"/>
              </a:buClr>
              <a:buSzPts val="2000"/>
              <a:buFont typeface="Arial" panose="020B0604020202020204" pitchFamily="34" charset="0"/>
              <a:buChar char="•"/>
            </a:pPr>
            <a:r>
              <a:rPr lang="en-US" sz="1400">
                <a:solidFill>
                  <a:srgbClr val="EEEEEE"/>
                </a:solidFill>
                <a:latin typeface="Times New Roman" panose="02020603050405020304" charset="0"/>
                <a:ea typeface="Scope One" panose="02060403030504020204"/>
                <a:cs typeface="Times New Roman" panose="02020603050405020304" charset="0"/>
                <a:sym typeface="Scope One" panose="02060403030504020204"/>
              </a:rPr>
              <a:t>PyTorch</a:t>
            </a:r>
            <a:endParaRPr lang="en-US" sz="1400">
              <a:solidFill>
                <a:srgbClr val="EEEEEE"/>
              </a:solidFill>
              <a:latin typeface="Times New Roman" panose="02020603050405020304" charset="0"/>
              <a:ea typeface="Scope One" panose="02060403030504020204"/>
              <a:cs typeface="Times New Roman" panose="02020603050405020304" charset="0"/>
              <a:sym typeface="Scope One" panose="02060403030504020204"/>
            </a:endParaRPr>
          </a:p>
          <a:p>
            <a:pPr marL="387350" lvl="0" indent="-285750" algn="l" rtl="0">
              <a:spcBef>
                <a:spcPts val="0"/>
              </a:spcBef>
              <a:spcAft>
                <a:spcPts val="0"/>
              </a:spcAft>
              <a:buClr>
                <a:srgbClr val="EEEEEE"/>
              </a:buClr>
              <a:buSzPts val="2000"/>
              <a:buFont typeface="Arial" panose="020B0604020202020204" pitchFamily="34" charset="0"/>
              <a:buChar char="•"/>
            </a:pPr>
            <a:r>
              <a:rPr lang="en-US" altLang="en-GB" sz="1400">
                <a:solidFill>
                  <a:srgbClr val="EEEEEE"/>
                </a:solidFill>
                <a:latin typeface="Times New Roman" panose="02020603050405020304" charset="0"/>
                <a:ea typeface="Scope One" panose="02060403030504020204"/>
                <a:cs typeface="Times New Roman" panose="02020603050405020304" charset="0"/>
                <a:sym typeface="Scope One" panose="02060403030504020204"/>
              </a:rPr>
              <a:t>LabelImg Data Annotation Tool</a:t>
            </a:r>
            <a:endParaRPr lang="en-US" altLang="en-GB" sz="1400">
              <a:solidFill>
                <a:srgbClr val="EEEEEE"/>
              </a:solidFill>
              <a:latin typeface="Times New Roman" panose="02020603050405020304" charset="0"/>
              <a:ea typeface="Scope One" panose="02060403030504020204"/>
              <a:cs typeface="Times New Roman" panose="02020603050405020304" charset="0"/>
              <a:sym typeface="Scope One" panose="02060403030504020204"/>
            </a:endParaRPr>
          </a:p>
          <a:p>
            <a:pPr marL="387350" lvl="0" indent="-285750" algn="l" rtl="0">
              <a:spcBef>
                <a:spcPts val="0"/>
              </a:spcBef>
              <a:spcAft>
                <a:spcPts val="0"/>
              </a:spcAft>
              <a:buClr>
                <a:srgbClr val="EEEEEE"/>
              </a:buClr>
              <a:buSzPts val="2000"/>
              <a:buFont typeface="Arial" panose="020B0604020202020204" pitchFamily="34" charset="0"/>
              <a:buChar char="•"/>
            </a:pPr>
            <a:endParaRPr lang="en-US" sz="1400">
              <a:solidFill>
                <a:srgbClr val="EEEEEE"/>
              </a:solidFill>
              <a:latin typeface="Times New Roman" panose="02020603050405020304" charset="0"/>
              <a:ea typeface="Scope One" panose="02060403030504020204"/>
              <a:cs typeface="Times New Roman" panose="02020603050405020304" charset="0"/>
              <a:sym typeface="Scope One" panose="02060403030504020204"/>
            </a:endParaRPr>
          </a:p>
        </p:txBody>
      </p:sp>
      <p:sp>
        <p:nvSpPr>
          <p:cNvPr id="363" name="Google Shape;363;p40"/>
          <p:cNvSpPr txBox="1"/>
          <p:nvPr>
            <p:ph type="subTitle" idx="4294967295"/>
          </p:nvPr>
        </p:nvSpPr>
        <p:spPr>
          <a:xfrm>
            <a:off x="5435600" y="3623310"/>
            <a:ext cx="3708400" cy="1038860"/>
          </a:xfrm>
          <a:prstGeom prst="rect">
            <a:avLst/>
          </a:prstGeom>
        </p:spPr>
        <p:txBody>
          <a:bodyPr spcFirstLastPara="1" wrap="square" lIns="91425" tIns="91425" rIns="91425" bIns="91425" anchor="t" anchorCtr="0">
            <a:noAutofit/>
          </a:bodyPr>
          <a:lstStyle/>
          <a:p>
            <a:pPr marL="412750" lvl="0" indent="-285750" algn="l" rtl="0">
              <a:spcBef>
                <a:spcPts val="0"/>
              </a:spcBef>
              <a:spcAft>
                <a:spcPts val="0"/>
              </a:spcAft>
              <a:buSzPts val="1600"/>
              <a:buFont typeface="Arial" panose="020B0604020202020204" pitchFamily="34" charset="0"/>
              <a:buChar char="•"/>
            </a:pPr>
            <a:r>
              <a:rPr lang="en-US" altLang="en-GB" sz="1400">
                <a:latin typeface="Times New Roman" panose="02020603050405020304" charset="0"/>
                <a:cs typeface="Times New Roman" panose="02020603050405020304" charset="0"/>
              </a:rPr>
              <a:t>Mosaic Data Augmentation</a:t>
            </a:r>
            <a:endParaRPr lang="en-US" altLang="en-GB" sz="1400">
              <a:latin typeface="Times New Roman" panose="02020603050405020304" charset="0"/>
              <a:cs typeface="Times New Roman" panose="02020603050405020304" charset="0"/>
            </a:endParaRPr>
          </a:p>
          <a:p>
            <a:pPr marL="412750" lvl="0" indent="-285750" algn="l" rtl="0">
              <a:spcBef>
                <a:spcPts val="0"/>
              </a:spcBef>
              <a:spcAft>
                <a:spcPts val="0"/>
              </a:spcAft>
              <a:buSzPts val="1600"/>
              <a:buFont typeface="Arial" panose="020B0604020202020204" pitchFamily="34" charset="0"/>
              <a:buChar char="•"/>
            </a:pPr>
            <a:r>
              <a:rPr lang="en-US" altLang="en-GB" sz="1400">
                <a:latin typeface="Times New Roman" panose="02020603050405020304" charset="0"/>
                <a:cs typeface="Times New Roman" panose="02020603050405020304" charset="0"/>
              </a:rPr>
              <a:t>VGG - 16</a:t>
            </a:r>
            <a:endParaRPr lang="en-US" altLang="en-GB" sz="1400">
              <a:latin typeface="Times New Roman" panose="02020603050405020304" charset="0"/>
              <a:cs typeface="Times New Roman" panose="02020603050405020304" charset="0"/>
            </a:endParaRPr>
          </a:p>
          <a:p>
            <a:pPr marL="412750" lvl="0" indent="-285750" algn="l" rtl="0">
              <a:spcBef>
                <a:spcPts val="0"/>
              </a:spcBef>
              <a:spcAft>
                <a:spcPts val="0"/>
              </a:spcAft>
              <a:buSzPts val="1600"/>
              <a:buFont typeface="Arial" panose="020B0604020202020204" pitchFamily="34" charset="0"/>
              <a:buChar char="•"/>
            </a:pPr>
            <a:r>
              <a:rPr lang="en-US" altLang="en-GB" sz="1400">
                <a:latin typeface="Times New Roman" panose="02020603050405020304" charset="0"/>
                <a:cs typeface="Times New Roman" panose="02020603050405020304" charset="0"/>
              </a:rPr>
              <a:t>YOLOv5</a:t>
            </a:r>
            <a:endParaRPr lang="en-US" altLang="en-GB" sz="1400">
              <a:latin typeface="Times New Roman" panose="02020603050405020304" charset="0"/>
              <a:cs typeface="Times New Roman" panose="02020603050405020304" charset="0"/>
            </a:endParaRPr>
          </a:p>
        </p:txBody>
      </p:sp>
      <p:sp>
        <p:nvSpPr>
          <p:cNvPr id="364" name="Google Shape;364;p40"/>
          <p:cNvSpPr txBox="1"/>
          <p:nvPr>
            <p:ph type="subTitle" idx="4294967295"/>
          </p:nvPr>
        </p:nvSpPr>
        <p:spPr>
          <a:xfrm>
            <a:off x="0" y="3098165"/>
            <a:ext cx="2813050" cy="458470"/>
          </a:xfrm>
          <a:prstGeom prst="rect">
            <a:avLst/>
          </a:prstGeom>
          <a:solidFill>
            <a:schemeClr val="accent5">
              <a:lumMod val="50000"/>
              <a:lumOff val="50000"/>
            </a:schemeClr>
          </a:solidFill>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b="1">
                <a:solidFill>
                  <a:schemeClr val="lt1"/>
                </a:solidFill>
                <a:latin typeface="Times New Roman" panose="02020603050405020304" charset="0"/>
                <a:cs typeface="Times New Roman" panose="02020603050405020304" charset="0"/>
              </a:rPr>
              <a:t>Programming/</a:t>
            </a:r>
            <a:r>
              <a:rPr lang="en-GB" b="1">
                <a:solidFill>
                  <a:schemeClr val="lt1"/>
                </a:solidFill>
                <a:latin typeface="Times New Roman" panose="02020603050405020304" charset="0"/>
                <a:cs typeface="Times New Roman" panose="02020603050405020304" charset="0"/>
              </a:rPr>
              <a:t>Libraries</a:t>
            </a:r>
            <a:endParaRPr lang="en-GB" b="1">
              <a:solidFill>
                <a:schemeClr val="lt1"/>
              </a:solidFill>
              <a:latin typeface="Times New Roman" panose="02020603050405020304" charset="0"/>
              <a:cs typeface="Times New Roman" panose="02020603050405020304" charset="0"/>
            </a:endParaRPr>
          </a:p>
        </p:txBody>
      </p:sp>
      <p:sp>
        <p:nvSpPr>
          <p:cNvPr id="365" name="Google Shape;365;p40"/>
          <p:cNvSpPr txBox="1"/>
          <p:nvPr>
            <p:ph type="subTitle" idx="4294967295"/>
          </p:nvPr>
        </p:nvSpPr>
        <p:spPr>
          <a:xfrm>
            <a:off x="5435600" y="3098165"/>
            <a:ext cx="3105785" cy="458470"/>
          </a:xfrm>
          <a:prstGeom prst="rect">
            <a:avLst/>
          </a:prstGeom>
          <a:solidFill>
            <a:schemeClr val="accent5">
              <a:lumMod val="50000"/>
              <a:lumOff val="50000"/>
            </a:schemeClr>
          </a:solidFill>
        </p:spPr>
        <p:txBody>
          <a:bodyPr spcFirstLastPara="1" wrap="square" lIns="91425" tIns="91425" rIns="91425" bIns="91425" anchor="ctr" anchorCtr="0">
            <a:noAutofit/>
          </a:bodyPr>
          <a:lstStyle/>
          <a:p>
            <a:pPr marL="0" lvl="0" indent="0" algn="l" rtl="0">
              <a:spcBef>
                <a:spcPts val="0"/>
              </a:spcBef>
              <a:spcAft>
                <a:spcPts val="0"/>
              </a:spcAft>
              <a:buNone/>
            </a:pPr>
            <a:r>
              <a:rPr lang="en-GB" b="1">
                <a:solidFill>
                  <a:schemeClr val="lt1"/>
                </a:solidFill>
                <a:latin typeface="Times New Roman" panose="02020603050405020304" charset="0"/>
                <a:cs typeface="Times New Roman" panose="02020603050405020304" charset="0"/>
              </a:rPr>
              <a:t>Algorithm</a:t>
            </a:r>
            <a:r>
              <a:rPr lang="en-US" altLang="en-GB" b="1">
                <a:solidFill>
                  <a:schemeClr val="lt1"/>
                </a:solidFill>
                <a:latin typeface="Times New Roman" panose="02020603050405020304" charset="0"/>
                <a:cs typeface="Times New Roman" panose="02020603050405020304" charset="0"/>
              </a:rPr>
              <a:t> and Techniques</a:t>
            </a:r>
            <a:endParaRPr lang="en-US" altLang="en-GB" b="1">
              <a:solidFill>
                <a:schemeClr val="lt1"/>
              </a:solidFill>
              <a:latin typeface="Times New Roman" panose="02020603050405020304" charset="0"/>
              <a:cs typeface="Times New Roman" panose="02020603050405020304" charset="0"/>
            </a:endParaRPr>
          </a:p>
        </p:txBody>
      </p:sp>
      <p:pic>
        <p:nvPicPr>
          <p:cNvPr id="2" name="Picture 1" descr="download (3)"/>
          <p:cNvPicPr>
            <a:picLocks noChangeAspect="1"/>
          </p:cNvPicPr>
          <p:nvPr/>
        </p:nvPicPr>
        <p:blipFill>
          <a:blip r:embed="rId1"/>
          <a:stretch>
            <a:fillRect/>
          </a:stretch>
        </p:blipFill>
        <p:spPr>
          <a:xfrm>
            <a:off x="3141345" y="1522095"/>
            <a:ext cx="2034540" cy="203454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p:nvPr/>
        </p:nvSpPr>
        <p:spPr>
          <a:xfrm>
            <a:off x="13970" y="212725"/>
            <a:ext cx="9144000" cy="662305"/>
          </a:xfrm>
          <a:prstGeom prst="rect">
            <a:avLst/>
          </a:prstGeom>
          <a:solidFill>
            <a:schemeClr val="tx1">
              <a:lumMod val="25000"/>
              <a:lumOff val="75000"/>
            </a:schemeClr>
          </a:solidFill>
          <a:ln w="12700"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 name="Text Box 2"/>
          <p:cNvSpPr txBox="1"/>
          <p:nvPr/>
        </p:nvSpPr>
        <p:spPr>
          <a:xfrm>
            <a:off x="1852930" y="283210"/>
            <a:ext cx="5694045" cy="521970"/>
          </a:xfrm>
          <a:prstGeom prst="rect">
            <a:avLst/>
          </a:prstGeom>
          <a:noFill/>
        </p:spPr>
        <p:txBody>
          <a:bodyPr wrap="none" rtlCol="0">
            <a:spAutoFit/>
          </a:bodyPr>
          <a:p>
            <a:r>
              <a:rPr lang="en-US" sz="2800" b="1"/>
              <a:t>Aerial Imagery Dataset Structure</a:t>
            </a:r>
            <a:endParaRPr lang="en-US" sz="2800" b="1"/>
          </a:p>
        </p:txBody>
      </p:sp>
      <p:pic>
        <p:nvPicPr>
          <p:cNvPr id="4" name="Picture 3" descr="dtaa"/>
          <p:cNvPicPr>
            <a:picLocks noChangeAspect="1"/>
          </p:cNvPicPr>
          <p:nvPr/>
        </p:nvPicPr>
        <p:blipFill>
          <a:blip r:embed="rId1"/>
          <a:stretch>
            <a:fillRect/>
          </a:stretch>
        </p:blipFill>
        <p:spPr>
          <a:xfrm>
            <a:off x="3794125" y="1002030"/>
            <a:ext cx="989330" cy="1045845"/>
          </a:xfrm>
          <a:prstGeom prst="rect">
            <a:avLst/>
          </a:prstGeom>
        </p:spPr>
      </p:pic>
      <p:pic>
        <p:nvPicPr>
          <p:cNvPr id="5" name="Picture 4" descr="train"/>
          <p:cNvPicPr>
            <a:picLocks noChangeAspect="1"/>
          </p:cNvPicPr>
          <p:nvPr/>
        </p:nvPicPr>
        <p:blipFill>
          <a:blip r:embed="rId2"/>
          <a:stretch>
            <a:fillRect/>
          </a:stretch>
        </p:blipFill>
        <p:spPr>
          <a:xfrm>
            <a:off x="2527300" y="2306320"/>
            <a:ext cx="3523615" cy="1097915"/>
          </a:xfrm>
          <a:prstGeom prst="rect">
            <a:avLst/>
          </a:prstGeom>
        </p:spPr>
      </p:pic>
      <p:pic>
        <p:nvPicPr>
          <p:cNvPr id="6" name="Picture 5" descr="nonm"/>
          <p:cNvPicPr>
            <a:picLocks noChangeAspect="1"/>
          </p:cNvPicPr>
          <p:nvPr/>
        </p:nvPicPr>
        <p:blipFill>
          <a:blip r:embed="rId3"/>
          <a:stretch>
            <a:fillRect/>
          </a:stretch>
        </p:blipFill>
        <p:spPr>
          <a:xfrm>
            <a:off x="683260" y="1318895"/>
            <a:ext cx="833120" cy="929005"/>
          </a:xfrm>
          <a:prstGeom prst="rect">
            <a:avLst/>
          </a:prstGeom>
        </p:spPr>
      </p:pic>
      <p:pic>
        <p:nvPicPr>
          <p:cNvPr id="7" name="Picture 6" descr="mon"/>
          <p:cNvPicPr>
            <a:picLocks noChangeAspect="1"/>
          </p:cNvPicPr>
          <p:nvPr/>
        </p:nvPicPr>
        <p:blipFill>
          <a:blip r:embed="rId4"/>
          <a:stretch>
            <a:fillRect/>
          </a:stretch>
        </p:blipFill>
        <p:spPr>
          <a:xfrm>
            <a:off x="490855" y="3409950"/>
            <a:ext cx="809625" cy="930910"/>
          </a:xfrm>
          <a:prstGeom prst="rect">
            <a:avLst/>
          </a:prstGeom>
        </p:spPr>
      </p:pic>
      <p:pic>
        <p:nvPicPr>
          <p:cNvPr id="8" name="Picture 7" descr="mon"/>
          <p:cNvPicPr>
            <a:picLocks noChangeAspect="1"/>
          </p:cNvPicPr>
          <p:nvPr/>
        </p:nvPicPr>
        <p:blipFill>
          <a:blip r:embed="rId4"/>
          <a:stretch>
            <a:fillRect/>
          </a:stretch>
        </p:blipFill>
        <p:spPr>
          <a:xfrm>
            <a:off x="2894965" y="4055110"/>
            <a:ext cx="809625" cy="930910"/>
          </a:xfrm>
          <a:prstGeom prst="rect">
            <a:avLst/>
          </a:prstGeom>
        </p:spPr>
      </p:pic>
      <p:pic>
        <p:nvPicPr>
          <p:cNvPr id="9" name="Picture 8" descr="mon"/>
          <p:cNvPicPr>
            <a:picLocks noChangeAspect="1"/>
          </p:cNvPicPr>
          <p:nvPr/>
        </p:nvPicPr>
        <p:blipFill>
          <a:blip r:embed="rId4"/>
          <a:stretch>
            <a:fillRect/>
          </a:stretch>
        </p:blipFill>
        <p:spPr>
          <a:xfrm>
            <a:off x="8025130" y="3409950"/>
            <a:ext cx="809625" cy="930910"/>
          </a:xfrm>
          <a:prstGeom prst="rect">
            <a:avLst/>
          </a:prstGeom>
        </p:spPr>
      </p:pic>
      <p:pic>
        <p:nvPicPr>
          <p:cNvPr id="10" name="Picture 9" descr="nonm"/>
          <p:cNvPicPr>
            <a:picLocks noChangeAspect="1"/>
          </p:cNvPicPr>
          <p:nvPr/>
        </p:nvPicPr>
        <p:blipFill>
          <a:blip r:embed="rId3"/>
          <a:stretch>
            <a:fillRect/>
          </a:stretch>
        </p:blipFill>
        <p:spPr>
          <a:xfrm>
            <a:off x="4693920" y="4055110"/>
            <a:ext cx="833120" cy="929005"/>
          </a:xfrm>
          <a:prstGeom prst="rect">
            <a:avLst/>
          </a:prstGeom>
        </p:spPr>
      </p:pic>
      <p:pic>
        <p:nvPicPr>
          <p:cNvPr id="11" name="Picture 10" descr="nonm"/>
          <p:cNvPicPr>
            <a:picLocks noChangeAspect="1"/>
          </p:cNvPicPr>
          <p:nvPr/>
        </p:nvPicPr>
        <p:blipFill>
          <a:blip r:embed="rId3"/>
          <a:stretch>
            <a:fillRect/>
          </a:stretch>
        </p:blipFill>
        <p:spPr>
          <a:xfrm>
            <a:off x="8001635" y="1445895"/>
            <a:ext cx="833120" cy="929005"/>
          </a:xfrm>
          <a:prstGeom prst="rect">
            <a:avLst/>
          </a:prstGeom>
        </p:spPr>
      </p:pic>
      <p:cxnSp>
        <p:nvCxnSpPr>
          <p:cNvPr id="12" name="Elbow Connector 11"/>
          <p:cNvCxnSpPr>
            <a:stCxn id="5" idx="1"/>
            <a:endCxn id="6" idx="3"/>
          </p:cNvCxnSpPr>
          <p:nvPr/>
        </p:nvCxnSpPr>
        <p:spPr>
          <a:xfrm rot="10800000">
            <a:off x="1516380" y="1783715"/>
            <a:ext cx="1010920" cy="107188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3" name="Elbow Connector 12"/>
          <p:cNvCxnSpPr>
            <a:stCxn id="5" idx="1"/>
            <a:endCxn id="7" idx="3"/>
          </p:cNvCxnSpPr>
          <p:nvPr/>
        </p:nvCxnSpPr>
        <p:spPr>
          <a:xfrm rot="10800000" flipV="1">
            <a:off x="1300480" y="2855595"/>
            <a:ext cx="1226820" cy="101981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4" name="Elbow Connector 13"/>
          <p:cNvCxnSpPr>
            <a:stCxn id="5" idx="2"/>
            <a:endCxn id="8" idx="0"/>
          </p:cNvCxnSpPr>
          <p:nvPr/>
        </p:nvCxnSpPr>
        <p:spPr>
          <a:xfrm rot="5400000">
            <a:off x="3469323" y="3235008"/>
            <a:ext cx="650875" cy="98933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5" name="Elbow Connector 14"/>
          <p:cNvCxnSpPr>
            <a:stCxn id="5" idx="2"/>
            <a:endCxn id="10" idx="0"/>
          </p:cNvCxnSpPr>
          <p:nvPr/>
        </p:nvCxnSpPr>
        <p:spPr>
          <a:xfrm rot="5400000" flipV="1">
            <a:off x="4374515" y="3319145"/>
            <a:ext cx="650875" cy="821055"/>
          </a:xfrm>
          <a:prstGeom prst="bentConnector3">
            <a:avLst>
              <a:gd name="adj1" fmla="val 50049"/>
            </a:avLst>
          </a:prstGeom>
        </p:spPr>
        <p:style>
          <a:lnRef idx="1">
            <a:schemeClr val="accent1"/>
          </a:lnRef>
          <a:fillRef idx="0">
            <a:schemeClr val="accent1"/>
          </a:fillRef>
          <a:effectRef idx="0">
            <a:schemeClr val="accent1"/>
          </a:effectRef>
          <a:fontRef idx="minor">
            <a:schemeClr val="tx1"/>
          </a:fontRef>
        </p:style>
      </p:cxnSp>
      <p:cxnSp>
        <p:nvCxnSpPr>
          <p:cNvPr id="17" name="Elbow Connector 16"/>
          <p:cNvCxnSpPr>
            <a:stCxn id="5" idx="3"/>
            <a:endCxn id="11" idx="1"/>
          </p:cNvCxnSpPr>
          <p:nvPr/>
        </p:nvCxnSpPr>
        <p:spPr>
          <a:xfrm flipV="1">
            <a:off x="6050915" y="1910715"/>
            <a:ext cx="1950720" cy="94488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8" name="Elbow Connector 17"/>
          <p:cNvCxnSpPr>
            <a:stCxn id="5" idx="3"/>
            <a:endCxn id="9" idx="1"/>
          </p:cNvCxnSpPr>
          <p:nvPr/>
        </p:nvCxnSpPr>
        <p:spPr>
          <a:xfrm>
            <a:off x="6050915" y="2855595"/>
            <a:ext cx="1974215" cy="1019810"/>
          </a:xfrm>
          <a:prstGeom prst="bentConnector3">
            <a:avLst>
              <a:gd name="adj1" fmla="val 50016"/>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4" idx="2"/>
            <a:endCxn id="5" idx="0"/>
          </p:cNvCxnSpPr>
          <p:nvPr/>
        </p:nvCxnSpPr>
        <p:spPr>
          <a:xfrm>
            <a:off x="4288790" y="2047875"/>
            <a:ext cx="635" cy="258445"/>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 Box 15"/>
          <p:cNvSpPr txBox="1"/>
          <p:nvPr/>
        </p:nvSpPr>
        <p:spPr>
          <a:xfrm>
            <a:off x="638810" y="1002030"/>
            <a:ext cx="620395" cy="245110"/>
          </a:xfrm>
          <a:prstGeom prst="rect">
            <a:avLst/>
          </a:prstGeom>
          <a:noFill/>
        </p:spPr>
        <p:txBody>
          <a:bodyPr wrap="none" rtlCol="0">
            <a:spAutoFit/>
          </a:bodyPr>
          <a:p>
            <a:r>
              <a:rPr lang="en-US" sz="1000" b="1">
                <a:solidFill>
                  <a:srgbClr val="FF0000"/>
                </a:solidFill>
              </a:rPr>
              <a:t>Images</a:t>
            </a:r>
            <a:endParaRPr lang="en-US" sz="1000" b="1">
              <a:solidFill>
                <a:srgbClr val="FF0000"/>
              </a:solidFill>
            </a:endParaRPr>
          </a:p>
        </p:txBody>
      </p:sp>
      <p:sp>
        <p:nvSpPr>
          <p:cNvPr id="19" name="Text Box 18"/>
          <p:cNvSpPr txBox="1"/>
          <p:nvPr/>
        </p:nvSpPr>
        <p:spPr>
          <a:xfrm>
            <a:off x="8107998" y="2454275"/>
            <a:ext cx="620395" cy="245110"/>
          </a:xfrm>
          <a:prstGeom prst="rect">
            <a:avLst/>
          </a:prstGeom>
          <a:noFill/>
        </p:spPr>
        <p:txBody>
          <a:bodyPr wrap="none" rtlCol="0">
            <a:spAutoFit/>
          </a:bodyPr>
          <a:p>
            <a:pPr algn="ctr"/>
            <a:r>
              <a:rPr lang="en-US" sz="1000" b="1">
                <a:solidFill>
                  <a:srgbClr val="FF0000"/>
                </a:solidFill>
              </a:rPr>
              <a:t>Images</a:t>
            </a:r>
            <a:endParaRPr lang="en-US" sz="1000" b="1">
              <a:solidFill>
                <a:srgbClr val="FF0000"/>
              </a:solidFill>
            </a:endParaRPr>
          </a:p>
        </p:txBody>
      </p:sp>
      <p:sp>
        <p:nvSpPr>
          <p:cNvPr id="21" name="Text Box 20"/>
          <p:cNvSpPr txBox="1"/>
          <p:nvPr/>
        </p:nvSpPr>
        <p:spPr>
          <a:xfrm>
            <a:off x="3760471" y="4243070"/>
            <a:ext cx="916940" cy="398780"/>
          </a:xfrm>
          <a:prstGeom prst="rect">
            <a:avLst/>
          </a:prstGeom>
          <a:noFill/>
        </p:spPr>
        <p:txBody>
          <a:bodyPr wrap="none" rtlCol="0">
            <a:spAutoFit/>
          </a:bodyPr>
          <a:p>
            <a:pPr algn="ctr"/>
            <a:r>
              <a:rPr lang="en-US" sz="1000" b="1">
                <a:solidFill>
                  <a:srgbClr val="FF0000"/>
                </a:solidFill>
              </a:rPr>
              <a:t>Images and </a:t>
            </a:r>
            <a:endParaRPr lang="en-US" sz="1000" b="1">
              <a:solidFill>
                <a:srgbClr val="FF0000"/>
              </a:solidFill>
            </a:endParaRPr>
          </a:p>
          <a:p>
            <a:pPr algn="ctr"/>
            <a:r>
              <a:rPr lang="en-US" sz="1000" b="1">
                <a:solidFill>
                  <a:srgbClr val="FF0000"/>
                </a:solidFill>
              </a:rPr>
              <a:t>Labels</a:t>
            </a:r>
            <a:endParaRPr lang="en-US" sz="1000" b="1">
              <a:solidFill>
                <a:srgbClr val="FF0000"/>
              </a:solidFill>
            </a:endParaRPr>
          </a:p>
        </p:txBody>
      </p:sp>
      <p:sp>
        <p:nvSpPr>
          <p:cNvPr id="22" name="Text Box 21"/>
          <p:cNvSpPr txBox="1"/>
          <p:nvPr/>
        </p:nvSpPr>
        <p:spPr>
          <a:xfrm>
            <a:off x="8125778" y="4432935"/>
            <a:ext cx="584835" cy="245110"/>
          </a:xfrm>
          <a:prstGeom prst="rect">
            <a:avLst/>
          </a:prstGeom>
          <a:noFill/>
        </p:spPr>
        <p:txBody>
          <a:bodyPr wrap="none" rtlCol="0">
            <a:spAutoFit/>
          </a:bodyPr>
          <a:p>
            <a:pPr algn="ctr"/>
            <a:r>
              <a:rPr lang="en-US" sz="1000" b="1">
                <a:solidFill>
                  <a:srgbClr val="FF0000"/>
                </a:solidFill>
              </a:rPr>
              <a:t>Labels</a:t>
            </a:r>
            <a:endParaRPr lang="en-US" sz="1000" b="1">
              <a:solidFill>
                <a:srgbClr val="FF0000"/>
              </a:solidFill>
            </a:endParaRPr>
          </a:p>
        </p:txBody>
      </p:sp>
      <p:sp>
        <p:nvSpPr>
          <p:cNvPr id="24" name="Text Box 23"/>
          <p:cNvSpPr txBox="1"/>
          <p:nvPr/>
        </p:nvSpPr>
        <p:spPr>
          <a:xfrm>
            <a:off x="617220" y="4483100"/>
            <a:ext cx="584835" cy="245110"/>
          </a:xfrm>
          <a:prstGeom prst="rect">
            <a:avLst/>
          </a:prstGeom>
          <a:noFill/>
        </p:spPr>
        <p:txBody>
          <a:bodyPr wrap="none" rtlCol="0">
            <a:spAutoFit/>
          </a:bodyPr>
          <a:p>
            <a:r>
              <a:rPr lang="en-US" sz="1000" b="1">
                <a:solidFill>
                  <a:srgbClr val="FF0000"/>
                </a:solidFill>
              </a:rPr>
              <a:t>Labels</a:t>
            </a:r>
            <a:endParaRPr lang="en-US" sz="1000" b="1">
              <a:solidFill>
                <a:srgbClr val="FF0000"/>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 name="Rectangles 22"/>
          <p:cNvSpPr/>
          <p:nvPr/>
        </p:nvSpPr>
        <p:spPr>
          <a:xfrm>
            <a:off x="0" y="225425"/>
            <a:ext cx="9144000" cy="662305"/>
          </a:xfrm>
          <a:prstGeom prst="rect">
            <a:avLst/>
          </a:prstGeom>
          <a:solidFill>
            <a:schemeClr val="tx1">
              <a:lumMod val="25000"/>
              <a:lumOff val="75000"/>
            </a:schemeClr>
          </a:solidFill>
          <a:ln w="12700"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 name="Text Box 2"/>
          <p:cNvSpPr txBox="1"/>
          <p:nvPr/>
        </p:nvSpPr>
        <p:spPr>
          <a:xfrm>
            <a:off x="1003935" y="295275"/>
            <a:ext cx="7136130" cy="521970"/>
          </a:xfrm>
          <a:prstGeom prst="rect">
            <a:avLst/>
          </a:prstGeom>
          <a:noFill/>
        </p:spPr>
        <p:txBody>
          <a:bodyPr wrap="none" rtlCol="0">
            <a:spAutoFit/>
          </a:bodyPr>
          <a:p>
            <a:r>
              <a:rPr lang="en-US" sz="2800" b="1"/>
              <a:t>Aerial Imagery Data Annotation/Labelling</a:t>
            </a:r>
            <a:endParaRPr lang="en-US" sz="2800" b="1"/>
          </a:p>
        </p:txBody>
      </p:sp>
      <p:pic>
        <p:nvPicPr>
          <p:cNvPr id="2" name="Picture 1" descr="val_batch0_labels"/>
          <p:cNvPicPr>
            <a:picLocks noChangeAspect="1"/>
          </p:cNvPicPr>
          <p:nvPr/>
        </p:nvPicPr>
        <p:blipFill>
          <a:blip r:embed="rId1"/>
          <a:stretch>
            <a:fillRect/>
          </a:stretch>
        </p:blipFill>
        <p:spPr>
          <a:xfrm>
            <a:off x="5354320" y="1557020"/>
            <a:ext cx="3310890" cy="3310890"/>
          </a:xfrm>
          <a:prstGeom prst="rect">
            <a:avLst/>
          </a:prstGeom>
        </p:spPr>
      </p:pic>
      <p:pic>
        <p:nvPicPr>
          <p:cNvPr id="4" name="Picture 3" descr="train_batch0"/>
          <p:cNvPicPr>
            <a:picLocks noChangeAspect="1"/>
          </p:cNvPicPr>
          <p:nvPr/>
        </p:nvPicPr>
        <p:blipFill>
          <a:blip r:embed="rId2"/>
          <a:stretch>
            <a:fillRect/>
          </a:stretch>
        </p:blipFill>
        <p:spPr>
          <a:xfrm>
            <a:off x="417830" y="1572260"/>
            <a:ext cx="3295650" cy="3295650"/>
          </a:xfrm>
          <a:prstGeom prst="rect">
            <a:avLst/>
          </a:prstGeom>
        </p:spPr>
      </p:pic>
      <p:sp>
        <p:nvSpPr>
          <p:cNvPr id="5" name="Text Box 4"/>
          <p:cNvSpPr txBox="1"/>
          <p:nvPr/>
        </p:nvSpPr>
        <p:spPr>
          <a:xfrm>
            <a:off x="912495" y="1076960"/>
            <a:ext cx="2306955" cy="306705"/>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p>
            <a:r>
              <a:rPr lang="en-US" b="1">
                <a:solidFill>
                  <a:srgbClr val="FF0000"/>
                </a:solidFill>
              </a:rPr>
              <a:t>Training Data Annotation</a:t>
            </a:r>
            <a:endParaRPr lang="en-US" b="1">
              <a:solidFill>
                <a:srgbClr val="FF0000"/>
              </a:solidFill>
            </a:endParaRPr>
          </a:p>
        </p:txBody>
      </p:sp>
      <p:sp>
        <p:nvSpPr>
          <p:cNvPr id="6" name="Text Box 5"/>
          <p:cNvSpPr txBox="1"/>
          <p:nvPr/>
        </p:nvSpPr>
        <p:spPr>
          <a:xfrm>
            <a:off x="5782310" y="1069340"/>
            <a:ext cx="2455545" cy="306705"/>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p>
            <a:r>
              <a:rPr lang="en-US" b="1">
                <a:solidFill>
                  <a:srgbClr val="FF0000"/>
                </a:solidFill>
              </a:rPr>
              <a:t>Validation Data Annotation</a:t>
            </a:r>
            <a:endParaRPr lang="en-US" b="1">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p:nvPr/>
        </p:nvSpPr>
        <p:spPr>
          <a:xfrm>
            <a:off x="13970" y="212725"/>
            <a:ext cx="9144000" cy="662305"/>
          </a:xfrm>
          <a:prstGeom prst="rect">
            <a:avLst/>
          </a:prstGeom>
          <a:solidFill>
            <a:schemeClr val="tx1">
              <a:lumMod val="25000"/>
              <a:lumOff val="75000"/>
            </a:schemeClr>
          </a:solidFill>
          <a:ln w="12700"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 name="Text Box 2"/>
          <p:cNvSpPr txBox="1"/>
          <p:nvPr/>
        </p:nvSpPr>
        <p:spPr>
          <a:xfrm>
            <a:off x="1502093" y="283210"/>
            <a:ext cx="6167755" cy="521970"/>
          </a:xfrm>
          <a:prstGeom prst="rect">
            <a:avLst/>
          </a:prstGeom>
          <a:noFill/>
        </p:spPr>
        <p:txBody>
          <a:bodyPr wrap="none" rtlCol="0">
            <a:spAutoFit/>
          </a:bodyPr>
          <a:p>
            <a:pPr algn="ctr"/>
            <a:r>
              <a:rPr lang="en-US" sz="2800" b="1"/>
              <a:t>DL Algorithms and It’s Architecture</a:t>
            </a:r>
            <a:endParaRPr lang="en-US" sz="2800" b="1"/>
          </a:p>
        </p:txBody>
      </p:sp>
      <p:pic>
        <p:nvPicPr>
          <p:cNvPr id="4" name="Picture 3" descr="vgg16-1-e1542731207177"/>
          <p:cNvPicPr>
            <a:picLocks noChangeAspect="1"/>
          </p:cNvPicPr>
          <p:nvPr/>
        </p:nvPicPr>
        <p:blipFill>
          <a:blip r:embed="rId1"/>
          <a:stretch>
            <a:fillRect/>
          </a:stretch>
        </p:blipFill>
        <p:spPr>
          <a:xfrm>
            <a:off x="65405" y="1176020"/>
            <a:ext cx="5121275" cy="2992120"/>
          </a:xfrm>
          <a:prstGeom prst="rect">
            <a:avLst/>
          </a:prstGeom>
        </p:spPr>
      </p:pic>
      <p:sp>
        <p:nvSpPr>
          <p:cNvPr id="6" name="Text Box 5"/>
          <p:cNvSpPr txBox="1"/>
          <p:nvPr/>
        </p:nvSpPr>
        <p:spPr>
          <a:xfrm>
            <a:off x="1783715" y="4586605"/>
            <a:ext cx="1873885" cy="306705"/>
          </a:xfrm>
          <a:prstGeom prst="rect">
            <a:avLst/>
          </a:prstGeom>
          <a:noFill/>
        </p:spPr>
        <p:txBody>
          <a:bodyPr wrap="none" rtlCol="0">
            <a:spAutoFit/>
          </a:bodyPr>
          <a:p>
            <a:r>
              <a:rPr lang="en-US" b="1" u="sng">
                <a:solidFill>
                  <a:srgbClr val="FF0000"/>
                </a:solidFill>
              </a:rPr>
              <a:t>VGG16 Architecture</a:t>
            </a:r>
            <a:endParaRPr lang="en-US" b="1" u="sng">
              <a:solidFill>
                <a:srgbClr val="FF0000"/>
              </a:solidFill>
            </a:endParaRPr>
          </a:p>
        </p:txBody>
      </p:sp>
      <p:sp>
        <p:nvSpPr>
          <p:cNvPr id="7" name="Text Box 6"/>
          <p:cNvSpPr txBox="1"/>
          <p:nvPr/>
        </p:nvSpPr>
        <p:spPr>
          <a:xfrm>
            <a:off x="5911215" y="4479290"/>
            <a:ext cx="2852420" cy="521970"/>
          </a:xfrm>
          <a:prstGeom prst="rect">
            <a:avLst/>
          </a:prstGeom>
          <a:noFill/>
        </p:spPr>
        <p:txBody>
          <a:bodyPr wrap="none" rtlCol="0">
            <a:spAutoFit/>
          </a:bodyPr>
          <a:p>
            <a:r>
              <a:rPr lang="en-US" b="1" u="sng">
                <a:solidFill>
                  <a:srgbClr val="FF0000"/>
                </a:solidFill>
              </a:rPr>
              <a:t>YOLO v5 (You Only Look Once)</a:t>
            </a:r>
            <a:endParaRPr lang="en-US" b="1" u="sng">
              <a:solidFill>
                <a:srgbClr val="FF0000"/>
              </a:solidFill>
            </a:endParaRPr>
          </a:p>
          <a:p>
            <a:r>
              <a:rPr lang="en-US" b="1" u="sng">
                <a:solidFill>
                  <a:srgbClr val="FF0000"/>
                </a:solidFill>
              </a:rPr>
              <a:t>Architecture</a:t>
            </a:r>
            <a:endParaRPr lang="en-US" b="1" u="sng">
              <a:solidFill>
                <a:srgbClr val="FF0000"/>
              </a:solidFill>
            </a:endParaRPr>
          </a:p>
        </p:txBody>
      </p:sp>
      <p:pic>
        <p:nvPicPr>
          <p:cNvPr id="8" name="Picture 7" descr="86477109-5a7ca780-bd7a-11ea-9cb7-48d9fd6848e7"/>
          <p:cNvPicPr>
            <a:picLocks noChangeAspect="1"/>
          </p:cNvPicPr>
          <p:nvPr/>
        </p:nvPicPr>
        <p:blipFill>
          <a:blip r:embed="rId2"/>
          <a:srcRect l="5453" r="7628"/>
          <a:stretch>
            <a:fillRect/>
          </a:stretch>
        </p:blipFill>
        <p:spPr>
          <a:xfrm>
            <a:off x="5186045" y="1450340"/>
            <a:ext cx="3957955" cy="2710815"/>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p:nvPr/>
        </p:nvSpPr>
        <p:spPr>
          <a:xfrm>
            <a:off x="13970" y="212725"/>
            <a:ext cx="9144000" cy="662305"/>
          </a:xfrm>
          <a:prstGeom prst="rect">
            <a:avLst/>
          </a:prstGeom>
          <a:solidFill>
            <a:schemeClr val="tx1">
              <a:lumMod val="25000"/>
              <a:lumOff val="75000"/>
            </a:schemeClr>
          </a:solidFill>
          <a:ln w="12700"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 name="Text Box 2"/>
          <p:cNvSpPr txBox="1"/>
          <p:nvPr/>
        </p:nvSpPr>
        <p:spPr>
          <a:xfrm>
            <a:off x="1068705" y="313690"/>
            <a:ext cx="7005955" cy="460375"/>
          </a:xfrm>
          <a:prstGeom prst="rect">
            <a:avLst/>
          </a:prstGeom>
          <a:noFill/>
        </p:spPr>
        <p:txBody>
          <a:bodyPr wrap="none" rtlCol="0">
            <a:spAutoFit/>
          </a:bodyPr>
          <a:p>
            <a:r>
              <a:rPr lang="en-US" sz="2400" b="1"/>
              <a:t>VGG-16 Model Evaluation Metrics and Analysis</a:t>
            </a:r>
            <a:endParaRPr lang="en-US" sz="2400" b="1"/>
          </a:p>
        </p:txBody>
      </p:sp>
      <p:pic>
        <p:nvPicPr>
          <p:cNvPr id="4" name="Picture 3" descr="download (9)"/>
          <p:cNvPicPr>
            <a:picLocks noChangeAspect="1"/>
          </p:cNvPicPr>
          <p:nvPr/>
        </p:nvPicPr>
        <p:blipFill>
          <a:blip r:embed="rId1"/>
          <a:stretch>
            <a:fillRect/>
          </a:stretch>
        </p:blipFill>
        <p:spPr>
          <a:xfrm>
            <a:off x="294005" y="1238885"/>
            <a:ext cx="4189095" cy="3340735"/>
          </a:xfrm>
          <a:prstGeom prst="rect">
            <a:avLst/>
          </a:prstGeom>
        </p:spPr>
      </p:pic>
      <p:pic>
        <p:nvPicPr>
          <p:cNvPr id="5" name="Picture 4" descr="download (8)"/>
          <p:cNvPicPr>
            <a:picLocks noChangeAspect="1"/>
          </p:cNvPicPr>
          <p:nvPr/>
        </p:nvPicPr>
        <p:blipFill>
          <a:blip r:embed="rId2"/>
          <a:stretch>
            <a:fillRect/>
          </a:stretch>
        </p:blipFill>
        <p:spPr>
          <a:xfrm>
            <a:off x="4710430" y="1238885"/>
            <a:ext cx="4271010" cy="32734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vgg16"/>
          <p:cNvPicPr>
            <a:picLocks noChangeAspect="1"/>
          </p:cNvPicPr>
          <p:nvPr/>
        </p:nvPicPr>
        <p:blipFill>
          <a:blip r:embed="rId1"/>
          <a:stretch>
            <a:fillRect/>
          </a:stretch>
        </p:blipFill>
        <p:spPr>
          <a:xfrm>
            <a:off x="640080" y="266700"/>
            <a:ext cx="7863840" cy="46101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p:nvPr/>
        </p:nvSpPr>
        <p:spPr>
          <a:xfrm>
            <a:off x="0" y="212725"/>
            <a:ext cx="9144000" cy="662305"/>
          </a:xfrm>
          <a:prstGeom prst="rect">
            <a:avLst/>
          </a:prstGeom>
          <a:solidFill>
            <a:schemeClr val="tx1">
              <a:lumMod val="25000"/>
              <a:lumOff val="75000"/>
            </a:schemeClr>
          </a:solidFill>
          <a:ln w="12700"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 name="Text Box 2"/>
          <p:cNvSpPr txBox="1"/>
          <p:nvPr/>
        </p:nvSpPr>
        <p:spPr>
          <a:xfrm>
            <a:off x="942340" y="313690"/>
            <a:ext cx="7259320" cy="460375"/>
          </a:xfrm>
          <a:prstGeom prst="rect">
            <a:avLst/>
          </a:prstGeom>
          <a:noFill/>
        </p:spPr>
        <p:txBody>
          <a:bodyPr wrap="none" rtlCol="0">
            <a:spAutoFit/>
          </a:bodyPr>
          <a:p>
            <a:r>
              <a:rPr lang="en-US" sz="2400" b="1"/>
              <a:t>YOLO v5  Model Evaluation Metrics and Analysis</a:t>
            </a:r>
            <a:endParaRPr lang="en-US" sz="2400" b="1"/>
          </a:p>
        </p:txBody>
      </p:sp>
      <p:pic>
        <p:nvPicPr>
          <p:cNvPr id="5" name="Picture 4" descr="results"/>
          <p:cNvPicPr>
            <a:picLocks noChangeAspect="1"/>
          </p:cNvPicPr>
          <p:nvPr/>
        </p:nvPicPr>
        <p:blipFill>
          <a:blip r:embed="rId1"/>
          <a:stretch>
            <a:fillRect/>
          </a:stretch>
        </p:blipFill>
        <p:spPr>
          <a:xfrm>
            <a:off x="0" y="1195070"/>
            <a:ext cx="5697220" cy="3356610"/>
          </a:xfrm>
          <a:prstGeom prst="rect">
            <a:avLst/>
          </a:prstGeom>
        </p:spPr>
      </p:pic>
      <p:pic>
        <p:nvPicPr>
          <p:cNvPr id="6" name="Picture 5" descr="labels"/>
          <p:cNvPicPr>
            <a:picLocks noChangeAspect="1"/>
          </p:cNvPicPr>
          <p:nvPr/>
        </p:nvPicPr>
        <p:blipFill>
          <a:blip r:embed="rId2"/>
          <a:stretch>
            <a:fillRect/>
          </a:stretch>
        </p:blipFill>
        <p:spPr>
          <a:xfrm>
            <a:off x="5810885" y="1218565"/>
            <a:ext cx="3333115" cy="333311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lumMod val="50000"/>
            <a:lumOff val="50000"/>
          </a:schemeClr>
        </a:solidFill>
        <a:effectLst/>
      </p:bgPr>
    </p:bg>
    <p:spTree>
      <p:nvGrpSpPr>
        <p:cNvPr id="1" name=""/>
        <p:cNvGrpSpPr/>
        <p:nvPr/>
      </p:nvGrpSpPr>
      <p:grpSpPr/>
      <p:sp>
        <p:nvSpPr>
          <p:cNvPr id="370" name="Google Shape;370;p41"/>
          <p:cNvSpPr txBox="1"/>
          <p:nvPr/>
        </p:nvSpPr>
        <p:spPr>
          <a:xfrm>
            <a:off x="0" y="369570"/>
            <a:ext cx="2500630" cy="687705"/>
          </a:xfrm>
          <a:prstGeom prst="rect">
            <a:avLst/>
          </a:prstGeom>
          <a:solidFill>
            <a:schemeClr val="lt1"/>
          </a:solid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000"/>
              <a:buFont typeface="Oswald Regular"/>
              <a:buNone/>
              <a:defRPr sz="3000" b="0" i="0" u="none" strike="noStrike" cap="none">
                <a:solidFill>
                  <a:schemeClr val="dk2"/>
                </a:solidFill>
                <a:latin typeface="Oswald Regular"/>
                <a:ea typeface="Oswald Regular"/>
                <a:cs typeface="Oswald Regular"/>
                <a:sym typeface="Oswald Regular"/>
              </a:defRPr>
            </a:lvl1pPr>
            <a:lvl2pPr marR="0" lvl="1" algn="ctr" rtl="0">
              <a:lnSpc>
                <a:spcPct val="100000"/>
              </a:lnSpc>
              <a:spcBef>
                <a:spcPts val="0"/>
              </a:spcBef>
              <a:spcAft>
                <a:spcPts val="0"/>
              </a:spcAft>
              <a:buClr>
                <a:schemeClr val="dk2"/>
              </a:buClr>
              <a:buSzPts val="3000"/>
              <a:buFont typeface="Arial" panose="020B0604020202020204"/>
              <a:buNone/>
              <a:defRPr sz="3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chemeClr val="dk2"/>
              </a:buClr>
              <a:buSzPts val="3000"/>
              <a:buFont typeface="Arial" panose="020B0604020202020204"/>
              <a:buNone/>
              <a:defRPr sz="3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chemeClr val="dk2"/>
              </a:buClr>
              <a:buSzPts val="3000"/>
              <a:buFont typeface="Arial" panose="020B0604020202020204"/>
              <a:buNone/>
              <a:defRPr sz="3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chemeClr val="dk2"/>
              </a:buClr>
              <a:buSzPts val="3000"/>
              <a:buFont typeface="Arial" panose="020B0604020202020204"/>
              <a:buNone/>
              <a:defRPr sz="3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chemeClr val="dk2"/>
              </a:buClr>
              <a:buSzPts val="3000"/>
              <a:buFont typeface="Arial" panose="020B0604020202020204"/>
              <a:buNone/>
              <a:defRPr sz="3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chemeClr val="dk2"/>
              </a:buClr>
              <a:buSzPts val="3000"/>
              <a:buFont typeface="Arial" panose="020B0604020202020204"/>
              <a:buNone/>
              <a:defRPr sz="3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chemeClr val="dk2"/>
              </a:buClr>
              <a:buSzPts val="3000"/>
              <a:buFont typeface="Arial" panose="020B0604020202020204"/>
              <a:buNone/>
              <a:defRPr sz="3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chemeClr val="dk2"/>
              </a:buClr>
              <a:buSzPts val="3000"/>
              <a:buFont typeface="Arial" panose="020B0604020202020204"/>
              <a:buNone/>
              <a:defRPr sz="3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ctr" rtl="0">
              <a:spcBef>
                <a:spcPts val="0"/>
              </a:spcBef>
              <a:spcAft>
                <a:spcPts val="0"/>
              </a:spcAft>
              <a:buNone/>
            </a:pPr>
            <a:r>
              <a:rPr lang="en-US" altLang="en-GB">
                <a:solidFill>
                  <a:srgbClr val="F3541A"/>
                </a:solidFill>
              </a:rPr>
              <a:t>Prediction</a:t>
            </a:r>
            <a:endParaRPr lang="en-US" altLang="en-GB">
              <a:solidFill>
                <a:srgbClr val="F3541A"/>
              </a:solidFill>
            </a:endParaRPr>
          </a:p>
        </p:txBody>
      </p:sp>
      <p:pic>
        <p:nvPicPr>
          <p:cNvPr id="8" name="Picture 7" descr="download (9)"/>
          <p:cNvPicPr>
            <a:picLocks noChangeAspect="1"/>
          </p:cNvPicPr>
          <p:nvPr/>
        </p:nvPicPr>
        <p:blipFill>
          <a:blip r:embed="rId1"/>
          <a:stretch>
            <a:fillRect/>
          </a:stretch>
        </p:blipFill>
        <p:spPr>
          <a:xfrm>
            <a:off x="5614670" y="2458085"/>
            <a:ext cx="2685415" cy="2685415"/>
          </a:xfrm>
          <a:prstGeom prst="rect">
            <a:avLst/>
          </a:prstGeom>
        </p:spPr>
      </p:pic>
      <p:pic>
        <p:nvPicPr>
          <p:cNvPr id="9" name="Picture 8" descr="download (10)"/>
          <p:cNvPicPr>
            <a:picLocks noChangeAspect="1"/>
          </p:cNvPicPr>
          <p:nvPr/>
        </p:nvPicPr>
        <p:blipFill>
          <a:blip r:embed="rId2"/>
          <a:stretch>
            <a:fillRect/>
          </a:stretch>
        </p:blipFill>
        <p:spPr>
          <a:xfrm>
            <a:off x="64135" y="1536700"/>
            <a:ext cx="4049395" cy="3606800"/>
          </a:xfrm>
          <a:prstGeom prst="rect">
            <a:avLst/>
          </a:prstGeom>
        </p:spPr>
      </p:pic>
      <p:pic>
        <p:nvPicPr>
          <p:cNvPr id="10" name="Picture 9" descr="download (16)"/>
          <p:cNvPicPr>
            <a:picLocks noChangeAspect="1"/>
          </p:cNvPicPr>
          <p:nvPr/>
        </p:nvPicPr>
        <p:blipFill>
          <a:blip r:embed="rId3"/>
          <a:stretch>
            <a:fillRect/>
          </a:stretch>
        </p:blipFill>
        <p:spPr>
          <a:xfrm>
            <a:off x="4113530" y="0"/>
            <a:ext cx="5029835" cy="335534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369" name="Shape 369"/>
        <p:cNvGrpSpPr/>
        <p:nvPr/>
      </p:nvGrpSpPr>
      <p:grpSpPr>
        <a:xfrm>
          <a:off x="0" y="0"/>
          <a:ext cx="0" cy="0"/>
          <a:chOff x="0" y="0"/>
          <a:chExt cx="0" cy="0"/>
        </a:xfrm>
      </p:grpSpPr>
      <p:pic>
        <p:nvPicPr>
          <p:cNvPr id="2" name="Picture 1" descr="DJI-Mavic-2-Zoom-Aerial-Photography-Drone-removebg-preview"/>
          <p:cNvPicPr>
            <a:picLocks noChangeAspect="1"/>
          </p:cNvPicPr>
          <p:nvPr/>
        </p:nvPicPr>
        <p:blipFill>
          <a:blip r:embed="rId1"/>
          <a:stretch>
            <a:fillRect/>
          </a:stretch>
        </p:blipFill>
        <p:spPr>
          <a:xfrm rot="1320000">
            <a:off x="6697345" y="57150"/>
            <a:ext cx="2023110" cy="855980"/>
          </a:xfrm>
          <a:prstGeom prst="rect">
            <a:avLst/>
          </a:prstGeom>
        </p:spPr>
      </p:pic>
      <p:sp>
        <p:nvSpPr>
          <p:cNvPr id="370" name="Google Shape;370;p41"/>
          <p:cNvSpPr txBox="1"/>
          <p:nvPr>
            <p:ph type="title" idx="4294967295"/>
          </p:nvPr>
        </p:nvSpPr>
        <p:spPr>
          <a:xfrm>
            <a:off x="0" y="369570"/>
            <a:ext cx="3268980" cy="687705"/>
          </a:xfrm>
          <a:prstGeom prst="rect">
            <a:avLst/>
          </a:prstGeom>
          <a:solidFill>
            <a:schemeClr val="lt1"/>
          </a:solidFill>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rgbClr val="F3541A"/>
                </a:solidFill>
              </a:rPr>
              <a:t>Summary</a:t>
            </a:r>
            <a:endParaRPr lang="en-GB">
              <a:solidFill>
                <a:srgbClr val="F3541A"/>
              </a:solidFill>
            </a:endParaRPr>
          </a:p>
        </p:txBody>
      </p:sp>
      <p:sp>
        <p:nvSpPr>
          <p:cNvPr id="372" name="Google Shape;372;p41"/>
          <p:cNvSpPr txBox="1"/>
          <p:nvPr/>
        </p:nvSpPr>
        <p:spPr>
          <a:xfrm>
            <a:off x="614045" y="1344295"/>
            <a:ext cx="8192770" cy="3609340"/>
          </a:xfrm>
          <a:prstGeom prst="rect">
            <a:avLst/>
          </a:prstGeom>
          <a:solidFill>
            <a:schemeClr val="tx1">
              <a:lumMod val="75000"/>
              <a:lumOff val="25000"/>
            </a:schemeClr>
          </a:solidFill>
          <a:ln>
            <a:noFill/>
          </a:ln>
        </p:spPr>
        <p:txBody>
          <a:bodyPr spcFirstLastPara="1" wrap="square" lIns="91425" tIns="91425" rIns="91425" bIns="91425" anchor="t" anchorCtr="0">
            <a:spAutoFit/>
          </a:bodyPr>
          <a:lstStyle/>
          <a:p>
            <a:pPr marL="457200" marR="88900" lvl="0" indent="-323850" algn="l" rtl="0">
              <a:lnSpc>
                <a:spcPct val="135000"/>
              </a:lnSpc>
              <a:spcBef>
                <a:spcPts val="0"/>
              </a:spcBef>
              <a:spcAft>
                <a:spcPts val="0"/>
              </a:spcAft>
              <a:buClr>
                <a:schemeClr val="lt1"/>
              </a:buClr>
              <a:buSzPts val="1500"/>
              <a:buChar char="●"/>
            </a:pPr>
            <a:r>
              <a:rPr sz="1500">
                <a:solidFill>
                  <a:schemeClr val="lt1"/>
                </a:solidFill>
              </a:rPr>
              <a:t>This Minor Project is based on Computer Vision and Deep Learning to identify the monuments from</a:t>
            </a:r>
            <a:r>
              <a:rPr lang="en-US" sz="1500">
                <a:solidFill>
                  <a:schemeClr val="lt1"/>
                </a:solidFill>
              </a:rPr>
              <a:t> </a:t>
            </a:r>
            <a:r>
              <a:rPr sz="1500">
                <a:solidFill>
                  <a:schemeClr val="lt1"/>
                </a:solidFill>
              </a:rPr>
              <a:t>Aerial Imagery and Integration of Interpretability for the predicted outcomes (Explainable AI). </a:t>
            </a:r>
            <a:endParaRPr sz="1500">
              <a:solidFill>
                <a:schemeClr val="lt1"/>
              </a:solidFill>
            </a:endParaRPr>
          </a:p>
          <a:p>
            <a:pPr marL="457200" marR="88900" lvl="0" indent="-323850" algn="l" rtl="0">
              <a:lnSpc>
                <a:spcPct val="135000"/>
              </a:lnSpc>
              <a:spcBef>
                <a:spcPts val="0"/>
              </a:spcBef>
              <a:spcAft>
                <a:spcPts val="0"/>
              </a:spcAft>
              <a:buClr>
                <a:schemeClr val="lt1"/>
              </a:buClr>
              <a:buSzPts val="1500"/>
              <a:buChar char="●"/>
            </a:pPr>
            <a:r>
              <a:rPr lang="en-US" sz="1500">
                <a:solidFill>
                  <a:schemeClr val="lt1"/>
                </a:solidFill>
              </a:rPr>
              <a:t>Created</a:t>
            </a:r>
            <a:r>
              <a:rPr sz="1500">
                <a:solidFill>
                  <a:schemeClr val="lt1"/>
                </a:solidFill>
              </a:rPr>
              <a:t> high resolution aerial imagery dataset from Airbone platforms</a:t>
            </a:r>
            <a:r>
              <a:rPr lang="en-US" sz="1500">
                <a:solidFill>
                  <a:schemeClr val="lt1"/>
                </a:solidFill>
              </a:rPr>
              <a:t> and internet</a:t>
            </a:r>
            <a:r>
              <a:rPr sz="1500">
                <a:solidFill>
                  <a:schemeClr val="lt1"/>
                </a:solidFill>
              </a:rPr>
              <a:t>. </a:t>
            </a:r>
            <a:endParaRPr sz="1500">
              <a:solidFill>
                <a:schemeClr val="lt1"/>
              </a:solidFill>
            </a:endParaRPr>
          </a:p>
          <a:p>
            <a:pPr marL="457200" marR="88900" lvl="0" indent="-323850" algn="l" rtl="0">
              <a:lnSpc>
                <a:spcPct val="135000"/>
              </a:lnSpc>
              <a:spcBef>
                <a:spcPts val="0"/>
              </a:spcBef>
              <a:spcAft>
                <a:spcPts val="0"/>
              </a:spcAft>
              <a:buClr>
                <a:schemeClr val="lt1"/>
              </a:buClr>
              <a:buSzPts val="1500"/>
              <a:buChar char="●"/>
            </a:pPr>
            <a:r>
              <a:rPr sz="1500">
                <a:solidFill>
                  <a:schemeClr val="lt1"/>
                </a:solidFill>
              </a:rPr>
              <a:t>This work implements VGG-16 and YOLOv5 to Monuments Detection, showcasing the architecture of both VGG-16</a:t>
            </a:r>
            <a:r>
              <a:rPr lang="en-US" sz="1500">
                <a:solidFill>
                  <a:schemeClr val="lt1"/>
                </a:solidFill>
              </a:rPr>
              <a:t> </a:t>
            </a:r>
            <a:r>
              <a:rPr sz="1500">
                <a:solidFill>
                  <a:schemeClr val="lt1"/>
                </a:solidFill>
              </a:rPr>
              <a:t>and YOLOv5 network architecture, process hyper-parameters,</a:t>
            </a:r>
            <a:r>
              <a:rPr lang="en-US" sz="1500">
                <a:solidFill>
                  <a:schemeClr val="lt1"/>
                </a:solidFill>
              </a:rPr>
              <a:t> </a:t>
            </a:r>
            <a:r>
              <a:rPr sz="1500">
                <a:solidFill>
                  <a:schemeClr val="lt1"/>
                </a:solidFill>
              </a:rPr>
              <a:t>and dataset pre-processing. In the end, comparison of</a:t>
            </a:r>
            <a:r>
              <a:rPr lang="en-US" sz="1500">
                <a:solidFill>
                  <a:schemeClr val="lt1"/>
                </a:solidFill>
              </a:rPr>
              <a:t> </a:t>
            </a:r>
            <a:r>
              <a:rPr sz="1500">
                <a:solidFill>
                  <a:schemeClr val="lt1"/>
                </a:solidFill>
              </a:rPr>
              <a:t>both models through parameters such as training and validation losses, precision, recall, and mAP with IoU threshold.</a:t>
            </a:r>
            <a:endParaRPr sz="1500">
              <a:solidFill>
                <a:schemeClr val="lt1"/>
              </a:solidFill>
            </a:endParaRPr>
          </a:p>
          <a:p>
            <a:pPr marL="457200" marR="88900" lvl="0" indent="-323850" algn="l" rtl="0">
              <a:lnSpc>
                <a:spcPct val="135000"/>
              </a:lnSpc>
              <a:spcBef>
                <a:spcPts val="0"/>
              </a:spcBef>
              <a:spcAft>
                <a:spcPts val="0"/>
              </a:spcAft>
              <a:buClr>
                <a:schemeClr val="lt1"/>
              </a:buClr>
              <a:buSzPts val="1500"/>
              <a:buChar char="●"/>
            </a:pPr>
            <a:r>
              <a:rPr sz="1500">
                <a:solidFill>
                  <a:schemeClr val="lt1"/>
                </a:solidFill>
              </a:rPr>
              <a:t>YOLOv5 found the best model compare to VGG-16 for Monuments Detection</a:t>
            </a:r>
            <a:r>
              <a:rPr lang="en-US" sz="1500">
                <a:solidFill>
                  <a:schemeClr val="lt1"/>
                </a:solidFill>
              </a:rPr>
              <a:t> </a:t>
            </a:r>
            <a:r>
              <a:rPr sz="1500">
                <a:solidFill>
                  <a:schemeClr val="lt1"/>
                </a:solidFill>
              </a:rPr>
              <a:t>which can detect some mentioned monuments</a:t>
            </a:r>
            <a:r>
              <a:rPr lang="en-US" sz="1500">
                <a:solidFill>
                  <a:schemeClr val="lt1"/>
                </a:solidFill>
              </a:rPr>
              <a:t> </a:t>
            </a:r>
            <a:r>
              <a:rPr sz="1500">
                <a:solidFill>
                  <a:schemeClr val="lt1"/>
                </a:solidFill>
              </a:rPr>
              <a:t>rapidly from aerial imagery.</a:t>
            </a:r>
            <a:endParaRPr sz="1500">
              <a:solidFill>
                <a:schemeClr val="lt1"/>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376" name="Shape 376"/>
        <p:cNvGrpSpPr/>
        <p:nvPr/>
      </p:nvGrpSpPr>
      <p:grpSpPr>
        <a:xfrm>
          <a:off x="0" y="0"/>
          <a:ext cx="0" cy="0"/>
          <a:chOff x="0" y="0"/>
          <a:chExt cx="0" cy="0"/>
        </a:xfrm>
      </p:grpSpPr>
      <p:pic>
        <p:nvPicPr>
          <p:cNvPr id="2" name="Picture 1" descr="images (8)"/>
          <p:cNvPicPr>
            <a:picLocks noChangeAspect="1"/>
          </p:cNvPicPr>
          <p:nvPr/>
        </p:nvPicPr>
        <p:blipFill>
          <a:blip r:embed="rId1"/>
          <a:stretch>
            <a:fillRect/>
          </a:stretch>
        </p:blipFill>
        <p:spPr>
          <a:xfrm rot="20820000">
            <a:off x="5288915" y="1014095"/>
            <a:ext cx="3723640" cy="1595755"/>
          </a:xfrm>
          <a:prstGeom prst="rect">
            <a:avLst/>
          </a:prstGeom>
        </p:spPr>
      </p:pic>
      <p:sp>
        <p:nvSpPr>
          <p:cNvPr id="377" name="Google Shape;377;p42"/>
          <p:cNvSpPr txBox="1"/>
          <p:nvPr>
            <p:ph type="title" idx="4294967295"/>
          </p:nvPr>
        </p:nvSpPr>
        <p:spPr>
          <a:xfrm>
            <a:off x="1590975" y="315025"/>
            <a:ext cx="5742900" cy="763800"/>
          </a:xfrm>
          <a:prstGeom prst="rect">
            <a:avLst/>
          </a:prstGeom>
          <a:solidFill>
            <a:schemeClr val="dk1"/>
          </a:solidFill>
        </p:spPr>
        <p:txBody>
          <a:bodyPr spcFirstLastPara="1" wrap="square" lIns="91425" tIns="91425" rIns="91425" bIns="91425" anchor="t" anchorCtr="0">
            <a:noAutofit/>
          </a:bodyPr>
          <a:lstStyle/>
          <a:p>
            <a:pPr marL="0" lvl="0" indent="0" algn="ctr" rtl="0">
              <a:spcBef>
                <a:spcPts val="0"/>
              </a:spcBef>
              <a:spcAft>
                <a:spcPts val="0"/>
              </a:spcAft>
              <a:buNone/>
            </a:pPr>
            <a:r>
              <a:rPr lang="en-GB" sz="3700">
                <a:solidFill>
                  <a:schemeClr val="lt1"/>
                </a:solidFill>
              </a:rPr>
              <a:t>Future Scope</a:t>
            </a:r>
            <a:endParaRPr sz="3700">
              <a:solidFill>
                <a:schemeClr val="lt1"/>
              </a:solidFill>
            </a:endParaRPr>
          </a:p>
        </p:txBody>
      </p:sp>
      <p:sp>
        <p:nvSpPr>
          <p:cNvPr id="378" name="Google Shape;378;p42"/>
          <p:cNvSpPr txBox="1"/>
          <p:nvPr/>
        </p:nvSpPr>
        <p:spPr>
          <a:xfrm>
            <a:off x="2123800" y="3787075"/>
            <a:ext cx="5742900" cy="920115"/>
          </a:xfrm>
          <a:prstGeom prst="rect">
            <a:avLst/>
          </a:prstGeom>
          <a:solidFill>
            <a:schemeClr val="lt1"/>
          </a:solidFill>
          <a:ln>
            <a:noFill/>
          </a:ln>
        </p:spPr>
        <p:txBody>
          <a:bodyPr spcFirstLastPara="1" wrap="square" lIns="91425" tIns="91425" rIns="91425" bIns="91425" anchor="t" anchorCtr="0">
            <a:spAutoFit/>
          </a:bodyPr>
          <a:lstStyle/>
          <a:p>
            <a:pPr marL="285750" lvl="0" indent="-285750" algn="l" rtl="0">
              <a:spcBef>
                <a:spcPts val="0"/>
              </a:spcBef>
              <a:spcAft>
                <a:spcPts val="0"/>
              </a:spcAft>
              <a:buFont typeface="Arial" panose="020B0604020202020204" pitchFamily="34" charset="0"/>
              <a:buChar char="•"/>
            </a:pPr>
            <a:r>
              <a:rPr lang="en-US" altLang="en-GB" sz="1600">
                <a:solidFill>
                  <a:srgbClr val="FF0000"/>
                </a:solidFill>
                <a:highlight>
                  <a:srgbClr val="FFFFFF"/>
                </a:highlight>
                <a:latin typeface="Lato" panose="020F0502020204030203"/>
                <a:ea typeface="Lato" panose="020F0502020204030203"/>
                <a:cs typeface="Lato" panose="020F0502020204030203"/>
                <a:sym typeface="Lato" panose="020F0502020204030203"/>
              </a:rPr>
              <a:t>It will further extend to  satellite imagery.</a:t>
            </a:r>
            <a:endParaRPr lang="en-US" altLang="en-GB" sz="1600">
              <a:solidFill>
                <a:srgbClr val="FF0000"/>
              </a:solidFill>
              <a:highlight>
                <a:srgbClr val="FFFFFF"/>
              </a:highlight>
              <a:latin typeface="Lato" panose="020F0502020204030203"/>
              <a:ea typeface="Lato" panose="020F0502020204030203"/>
              <a:cs typeface="Lato" panose="020F0502020204030203"/>
              <a:sym typeface="Lato" panose="020F0502020204030203"/>
            </a:endParaRPr>
          </a:p>
          <a:p>
            <a:pPr marL="285750" lvl="0" indent="-285750" algn="l" rtl="0">
              <a:spcBef>
                <a:spcPts val="0"/>
              </a:spcBef>
              <a:spcAft>
                <a:spcPts val="0"/>
              </a:spcAft>
              <a:buFont typeface="Arial" panose="020B0604020202020204" pitchFamily="34" charset="0"/>
              <a:buChar char="•"/>
            </a:pPr>
            <a:r>
              <a:rPr lang="en-US" altLang="en-GB" sz="1600">
                <a:solidFill>
                  <a:srgbClr val="FF0000"/>
                </a:solidFill>
                <a:highlight>
                  <a:srgbClr val="FFFFFF"/>
                </a:highlight>
                <a:latin typeface="Lato" panose="020F0502020204030203"/>
                <a:ea typeface="Lato" panose="020F0502020204030203"/>
                <a:cs typeface="Lato" panose="020F0502020204030203"/>
                <a:sym typeface="Lato" panose="020F0502020204030203"/>
              </a:rPr>
              <a:t>Further will extend this reserach on different object identification.</a:t>
            </a:r>
            <a:endParaRPr lang="en-US" altLang="en-GB" sz="1600">
              <a:solidFill>
                <a:srgbClr val="FF0000"/>
              </a:solidFill>
              <a:highlight>
                <a:srgbClr val="FFFFFF"/>
              </a:highlight>
              <a:latin typeface="Lato" panose="020F0502020204030203"/>
              <a:ea typeface="Lato" panose="020F0502020204030203"/>
              <a:cs typeface="Lato" panose="020F0502020204030203"/>
              <a:sym typeface="Lato" panose="020F0502020204030203"/>
            </a:endParaRPr>
          </a:p>
        </p:txBody>
      </p:sp>
      <p:sp>
        <p:nvSpPr>
          <p:cNvPr id="380" name="Google Shape;380;p42"/>
          <p:cNvSpPr txBox="1"/>
          <p:nvPr/>
        </p:nvSpPr>
        <p:spPr>
          <a:xfrm>
            <a:off x="253450" y="1613375"/>
            <a:ext cx="4694400" cy="673735"/>
          </a:xfrm>
          <a:prstGeom prst="rect">
            <a:avLst/>
          </a:prstGeom>
          <a:solidFill>
            <a:schemeClr val="lt1"/>
          </a:solidFill>
          <a:ln>
            <a:noFill/>
          </a:ln>
        </p:spPr>
        <p:txBody>
          <a:bodyPr spcFirstLastPara="1" wrap="square" lIns="91425" tIns="91425" rIns="91425" bIns="91425" anchor="t" anchorCtr="0">
            <a:spAutoFit/>
          </a:bodyPr>
          <a:lstStyle/>
          <a:p>
            <a:pPr marL="285750" lvl="0" indent="-285750" algn="l" rtl="0">
              <a:spcBef>
                <a:spcPts val="0"/>
              </a:spcBef>
              <a:spcAft>
                <a:spcPts val="0"/>
              </a:spcAft>
              <a:buFont typeface="Arial" panose="020B0604020202020204" pitchFamily="34" charset="0"/>
              <a:buChar char="•"/>
            </a:pPr>
            <a:r>
              <a:rPr lang="en-US" altLang="en-GB" sz="1600">
                <a:solidFill>
                  <a:srgbClr val="FF0000"/>
                </a:solidFill>
                <a:latin typeface="Lato" panose="020F0502020204030203"/>
                <a:ea typeface="Lato" panose="020F0502020204030203"/>
                <a:cs typeface="Lato" panose="020F0502020204030203"/>
                <a:sym typeface="Lato" panose="020F0502020204030203"/>
              </a:rPr>
              <a:t>This Research will help to idenitfy heritage sites and medium of information for public.</a:t>
            </a:r>
            <a:endParaRPr lang="en-US" altLang="en-GB" sz="1600">
              <a:solidFill>
                <a:srgbClr val="FF0000"/>
              </a:solidFill>
              <a:latin typeface="Lato" panose="020F0502020204030203"/>
              <a:ea typeface="Lato" panose="020F0502020204030203"/>
              <a:cs typeface="Lato" panose="020F0502020204030203"/>
              <a:sym typeface="Lato" panose="020F0502020204030203"/>
            </a:endParaRPr>
          </a:p>
        </p:txBody>
      </p:sp>
      <p:sp>
        <p:nvSpPr>
          <p:cNvPr id="381" name="Google Shape;381;p42"/>
          <p:cNvSpPr txBox="1"/>
          <p:nvPr/>
        </p:nvSpPr>
        <p:spPr>
          <a:xfrm>
            <a:off x="246465" y="2932113"/>
            <a:ext cx="6384600" cy="673735"/>
          </a:xfrm>
          <a:prstGeom prst="rect">
            <a:avLst/>
          </a:prstGeom>
          <a:solidFill>
            <a:schemeClr val="dk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tLang="en-GB" sz="1600">
                <a:solidFill>
                  <a:schemeClr val="bg1"/>
                </a:solidFill>
                <a:latin typeface="Lato" panose="020F0502020204030203"/>
                <a:ea typeface="Lato" panose="020F0502020204030203"/>
                <a:cs typeface="Lato" panose="020F0502020204030203"/>
                <a:sym typeface="Lato" panose="020F0502020204030203"/>
              </a:rPr>
              <a:t>Research will continue to add new techniques that will work on low resolution and deem light.</a:t>
            </a:r>
            <a:endParaRPr lang="en-US" altLang="en-GB" sz="1600">
              <a:solidFill>
                <a:schemeClr val="bg1"/>
              </a:solidFill>
              <a:latin typeface="Lato" panose="020F0502020204030203"/>
              <a:ea typeface="Lato" panose="020F0502020204030203"/>
              <a:cs typeface="Lato" panose="020F0502020204030203"/>
              <a:sym typeface="Lato" panose="020F0502020204030203"/>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397" name="Shape 397"/>
        <p:cNvGrpSpPr/>
        <p:nvPr/>
      </p:nvGrpSpPr>
      <p:grpSpPr>
        <a:xfrm>
          <a:off x="0" y="0"/>
          <a:ext cx="0" cy="0"/>
          <a:chOff x="0" y="0"/>
          <a:chExt cx="0" cy="0"/>
        </a:xfrm>
      </p:grpSpPr>
      <p:sp>
        <p:nvSpPr>
          <p:cNvPr id="398" name="Google Shape;398;p44"/>
          <p:cNvSpPr txBox="1"/>
          <p:nvPr>
            <p:ph type="ctrTitle" idx="4294967295"/>
          </p:nvPr>
        </p:nvSpPr>
        <p:spPr>
          <a:xfrm>
            <a:off x="2776220" y="1795780"/>
            <a:ext cx="3591560" cy="1551940"/>
          </a:xfrm>
          <a:prstGeom prst="rect">
            <a:avLst/>
          </a:prstGeom>
          <a:solidFill>
            <a:schemeClr val="lt1"/>
          </a:solidFill>
        </p:spPr>
        <p:txBody>
          <a:bodyPr spcFirstLastPara="1" wrap="square" lIns="91425" tIns="91425" rIns="91425" bIns="91425" anchor="ctr" anchorCtr="0">
            <a:noAutofit/>
          </a:bodyPr>
          <a:lstStyle/>
          <a:p>
            <a:pPr marL="0" lvl="0" indent="0" algn="ctr" rtl="0">
              <a:spcBef>
                <a:spcPts val="0"/>
              </a:spcBef>
              <a:spcAft>
                <a:spcPts val="0"/>
              </a:spcAft>
              <a:buNone/>
            </a:pPr>
            <a:r>
              <a:rPr lang="en-GB" sz="5400">
                <a:solidFill>
                  <a:srgbClr val="F3541A"/>
                </a:solidFill>
              </a:rPr>
              <a:t>Thank You!</a:t>
            </a:r>
            <a:endParaRPr lang="en-GB" sz="5400">
              <a:solidFill>
                <a:srgbClr val="F3541A"/>
              </a:solidFill>
            </a:endParaRPr>
          </a:p>
        </p:txBody>
      </p:sp>
    </p:spTree>
  </p:cSld>
  <p:clrMapOvr>
    <a:masterClrMapping/>
  </p:clrMapOvr>
</p:sld>
</file>

<file path=ppt/theme/theme1.xml><?xml version="1.0" encoding="utf-8"?>
<a:theme xmlns:a="http://schemas.openxmlformats.org/drawingml/2006/main" name="Dark Planets by Slidesgo">
  <a:themeElements>
    <a:clrScheme name="Simple Light">
      <a:dk1>
        <a:srgbClr val="1A1A1A"/>
      </a:dk1>
      <a:lt1>
        <a:srgbClr val="FFFFFF"/>
      </a:lt1>
      <a:dk2>
        <a:srgbClr val="FF87D7"/>
      </a:dk2>
      <a:lt2>
        <a:srgbClr val="FF3ABD"/>
      </a:lt2>
      <a:accent1>
        <a:srgbClr val="1A1A1A"/>
      </a:accent1>
      <a:accent2>
        <a:srgbClr val="FFFFFF"/>
      </a:accent2>
      <a:accent3>
        <a:srgbClr val="FF87D7"/>
      </a:accent3>
      <a:accent4>
        <a:srgbClr val="FF3ABD"/>
      </a:accent4>
      <a:accent5>
        <a:srgbClr val="1A1A1A"/>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lang="en-US"/>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2976</Words>
  <Application>WPS Presentation</Application>
  <PresentationFormat/>
  <Paragraphs>94</Paragraphs>
  <Slides>15</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15</vt:i4>
      </vt:variant>
    </vt:vector>
  </HeadingPairs>
  <TitlesOfParts>
    <vt:vector size="34" baseType="lpstr">
      <vt:lpstr>Arial</vt:lpstr>
      <vt:lpstr>SimSun</vt:lpstr>
      <vt:lpstr>Wingdings</vt:lpstr>
      <vt:lpstr>Arial</vt:lpstr>
      <vt:lpstr>Oswald Regular</vt:lpstr>
      <vt:lpstr>Nunito</vt:lpstr>
      <vt:lpstr>Nunito SemiBold</vt:lpstr>
      <vt:lpstr>Segoe Print</vt:lpstr>
      <vt:lpstr>Palanquin Dark</vt:lpstr>
      <vt:lpstr>Oswald</vt:lpstr>
      <vt:lpstr>Arial Black</vt:lpstr>
      <vt:lpstr>Microsoft YaHei Light</vt:lpstr>
      <vt:lpstr>Franklin Gothic Medium</vt:lpstr>
      <vt:lpstr>Times New Roman</vt:lpstr>
      <vt:lpstr>Scope One</vt:lpstr>
      <vt:lpstr>Lato</vt:lpstr>
      <vt:lpstr>Microsoft YaHei</vt:lpstr>
      <vt:lpstr>Arial Unicode MS</vt:lpstr>
      <vt:lpstr>Dark Planets by Slidesgo</vt:lpstr>
      <vt:lpstr>PowerPoint 演示文稿</vt:lpstr>
      <vt:lpstr>PowerPoint 演示文稿</vt:lpstr>
      <vt:lpstr>PowerPoint 演示文稿</vt:lpstr>
      <vt:lpstr>PowerPoint 演示文稿</vt:lpstr>
      <vt:lpstr>PREREQUISITE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Summary</vt:lpstr>
      <vt:lpstr>Future Scope</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HMR Institute Of Technology and Management</dc:title>
  <dc:creator/>
  <cp:lastModifiedBy>jaisw</cp:lastModifiedBy>
  <cp:revision>67</cp:revision>
  <dcterms:created xsi:type="dcterms:W3CDTF">2022-09-19T04:26:00Z</dcterms:created>
  <dcterms:modified xsi:type="dcterms:W3CDTF">2023-01-24T07:37:57Z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944B0DFA9FE94FCDB4FC2F5C4A0D7BA8</vt:lpwstr>
  </property>
  <property fmtid="{D5CDD505-2E9C-101B-9397-08002B2CF9AE}" pid="3" name="KSOProductBuildVer">
    <vt:lpwstr>1033-11.2.0.11388</vt:lpwstr>
  </property>
</Properties>
</file>